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handoutMasterIdLst>
    <p:handoutMasterId r:id="rId37"/>
  </p:handoutMasterIdLst>
  <p:sldIdLst>
    <p:sldId id="292" r:id="rId5"/>
    <p:sldId id="299" r:id="rId6"/>
    <p:sldId id="279" r:id="rId7"/>
    <p:sldId id="269" r:id="rId8"/>
    <p:sldId id="293" r:id="rId9"/>
    <p:sldId id="300" r:id="rId10"/>
    <p:sldId id="268" r:id="rId11"/>
    <p:sldId id="301" r:id="rId12"/>
    <p:sldId id="302" r:id="rId13"/>
    <p:sldId id="303" r:id="rId14"/>
    <p:sldId id="306" r:id="rId15"/>
    <p:sldId id="305" r:id="rId16"/>
    <p:sldId id="307" r:id="rId17"/>
    <p:sldId id="308" r:id="rId18"/>
    <p:sldId id="309" r:id="rId19"/>
    <p:sldId id="310" r:id="rId20"/>
    <p:sldId id="311" r:id="rId21"/>
    <p:sldId id="312" r:id="rId22"/>
    <p:sldId id="313" r:id="rId23"/>
    <p:sldId id="314" r:id="rId24"/>
    <p:sldId id="316" r:id="rId25"/>
    <p:sldId id="318" r:id="rId26"/>
    <p:sldId id="319" r:id="rId27"/>
    <p:sldId id="320" r:id="rId28"/>
    <p:sldId id="321" r:id="rId29"/>
    <p:sldId id="322" r:id="rId30"/>
    <p:sldId id="323" r:id="rId31"/>
    <p:sldId id="324" r:id="rId32"/>
    <p:sldId id="325" r:id="rId33"/>
    <p:sldId id="326" r:id="rId34"/>
    <p:sldId id="289"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F900D8-368E-4B0C-8633-5ACE7CB2F816}" v="181" dt="2025-05-01T09:38:56.540"/>
  </p1510:revLst>
</p1510:revInfo>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839" autoAdjust="0"/>
  </p:normalViewPr>
  <p:slideViewPr>
    <p:cSldViewPr snapToGrid="0" showGuides="1">
      <p:cViewPr varScale="1">
        <p:scale>
          <a:sx n="91" d="100"/>
          <a:sy n="91" d="100"/>
        </p:scale>
        <p:origin x="322" y="53"/>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th R" userId="f59e9bfba2dd160e" providerId="LiveId" clId="{EBF900D8-368E-4B0C-8633-5ACE7CB2F816}"/>
    <pc:docChg chg="undo custSel addSld delSld modSld sldOrd">
      <pc:chgData name="Nikhith R" userId="f59e9bfba2dd160e" providerId="LiveId" clId="{EBF900D8-368E-4B0C-8633-5ACE7CB2F816}" dt="2025-05-01T09:39:46.327" v="877" actId="255"/>
      <pc:docMkLst>
        <pc:docMk/>
      </pc:docMkLst>
      <pc:sldChg chg="addSp delSp modSp mod">
        <pc:chgData name="Nikhith R" userId="f59e9bfba2dd160e" providerId="LiveId" clId="{EBF900D8-368E-4B0C-8633-5ACE7CB2F816}" dt="2025-05-01T08:40:23.112" v="128" actId="1076"/>
        <pc:sldMkLst>
          <pc:docMk/>
          <pc:sldMk cId="4259977132" sldId="268"/>
        </pc:sldMkLst>
        <pc:spChg chg="mod">
          <ac:chgData name="Nikhith R" userId="f59e9bfba2dd160e" providerId="LiveId" clId="{EBF900D8-368E-4B0C-8633-5ACE7CB2F816}" dt="2025-05-01T08:38:39.389" v="117" actId="14100"/>
          <ac:spMkLst>
            <pc:docMk/>
            <pc:sldMk cId="4259977132" sldId="268"/>
            <ac:spMk id="7" creationId="{2E53A657-C1AE-AC90-7185-BDD1ACED3B3E}"/>
          </ac:spMkLst>
        </pc:spChg>
        <pc:spChg chg="del mod">
          <ac:chgData name="Nikhith R" userId="f59e9bfba2dd160e" providerId="LiveId" clId="{EBF900D8-368E-4B0C-8633-5ACE7CB2F816}" dt="2025-05-01T08:39:52.730" v="120"/>
          <ac:spMkLst>
            <pc:docMk/>
            <pc:sldMk cId="4259977132" sldId="268"/>
            <ac:spMk id="9" creationId="{7F05394D-58DD-7548-7A5C-B6F3A077B319}"/>
          </ac:spMkLst>
        </pc:spChg>
        <pc:picChg chg="add mod">
          <ac:chgData name="Nikhith R" userId="f59e9bfba2dd160e" providerId="LiveId" clId="{EBF900D8-368E-4B0C-8633-5ACE7CB2F816}" dt="2025-05-01T08:40:23.112" v="128" actId="1076"/>
          <ac:picMkLst>
            <pc:docMk/>
            <pc:sldMk cId="4259977132" sldId="268"/>
            <ac:picMk id="2" creationId="{7997928E-4C7E-3860-9D0C-5B91B10812EA}"/>
          </ac:picMkLst>
        </pc:picChg>
      </pc:sldChg>
      <pc:sldChg chg="modSp mod">
        <pc:chgData name="Nikhith R" userId="f59e9bfba2dd160e" providerId="LiveId" clId="{EBF900D8-368E-4B0C-8633-5ACE7CB2F816}" dt="2025-05-01T09:39:46.327" v="877" actId="255"/>
        <pc:sldMkLst>
          <pc:docMk/>
          <pc:sldMk cId="529279411" sldId="289"/>
        </pc:sldMkLst>
        <pc:spChg chg="mod">
          <ac:chgData name="Nikhith R" userId="f59e9bfba2dd160e" providerId="LiveId" clId="{EBF900D8-368E-4B0C-8633-5ACE7CB2F816}" dt="2025-05-01T09:39:46.327" v="877" actId="255"/>
          <ac:spMkLst>
            <pc:docMk/>
            <pc:sldMk cId="529279411" sldId="289"/>
            <ac:spMk id="24" creationId="{AD2C8D04-263D-9589-1CFF-A5968D7C33D7}"/>
          </ac:spMkLst>
        </pc:spChg>
        <pc:spChg chg="mod">
          <ac:chgData name="Nikhith R" userId="f59e9bfba2dd160e" providerId="LiveId" clId="{EBF900D8-368E-4B0C-8633-5ACE7CB2F816}" dt="2025-05-01T09:38:44.037" v="873" actId="255"/>
          <ac:spMkLst>
            <pc:docMk/>
            <pc:sldMk cId="529279411" sldId="289"/>
            <ac:spMk id="25" creationId="{B993E4D5-4AD0-4740-096D-6822944C8FF6}"/>
          </ac:spMkLst>
        </pc:spChg>
      </pc:sldChg>
      <pc:sldChg chg="modSp mod">
        <pc:chgData name="Nikhith R" userId="f59e9bfba2dd160e" providerId="LiveId" clId="{EBF900D8-368E-4B0C-8633-5ACE7CB2F816}" dt="2025-05-01T08:35:01.519" v="35" actId="20577"/>
        <pc:sldMkLst>
          <pc:docMk/>
          <pc:sldMk cId="3898447929" sldId="292"/>
        </pc:sldMkLst>
        <pc:spChg chg="mod">
          <ac:chgData name="Nikhith R" userId="f59e9bfba2dd160e" providerId="LiveId" clId="{EBF900D8-368E-4B0C-8633-5ACE7CB2F816}" dt="2025-05-01T08:35:01.519" v="35" actId="20577"/>
          <ac:spMkLst>
            <pc:docMk/>
            <pc:sldMk cId="3898447929" sldId="292"/>
            <ac:spMk id="7" creationId="{93A3B864-5E85-99D2-93E5-5CA1F4F35DC7}"/>
          </ac:spMkLst>
        </pc:spChg>
      </pc:sldChg>
      <pc:sldChg chg="modSp mod">
        <pc:chgData name="Nikhith R" userId="f59e9bfba2dd160e" providerId="LiveId" clId="{EBF900D8-368E-4B0C-8633-5ACE7CB2F816}" dt="2025-05-01T07:18:06.309" v="15" actId="255"/>
        <pc:sldMkLst>
          <pc:docMk/>
          <pc:sldMk cId="4182148033" sldId="293"/>
        </pc:sldMkLst>
        <pc:spChg chg="mod">
          <ac:chgData name="Nikhith R" userId="f59e9bfba2dd160e" providerId="LiveId" clId="{EBF900D8-368E-4B0C-8633-5ACE7CB2F816}" dt="2025-05-01T07:18:06.309" v="15" actId="255"/>
          <ac:spMkLst>
            <pc:docMk/>
            <pc:sldMk cId="4182148033" sldId="293"/>
            <ac:spMk id="3" creationId="{B6CC49DB-482A-6B41-2D3E-30027C2DB5F0}"/>
          </ac:spMkLst>
        </pc:spChg>
        <pc:spChg chg="mod">
          <ac:chgData name="Nikhith R" userId="f59e9bfba2dd160e" providerId="LiveId" clId="{EBF900D8-368E-4B0C-8633-5ACE7CB2F816}" dt="2025-05-01T07:16:33.128" v="5" actId="14100"/>
          <ac:spMkLst>
            <pc:docMk/>
            <pc:sldMk cId="4182148033" sldId="293"/>
            <ac:spMk id="60" creationId="{0031CE36-F77D-3964-C169-771DBA49D28A}"/>
          </ac:spMkLst>
        </pc:spChg>
      </pc:sldChg>
      <pc:sldChg chg="delSp modSp new mod">
        <pc:chgData name="Nikhith R" userId="f59e9bfba2dd160e" providerId="LiveId" clId="{EBF900D8-368E-4B0C-8633-5ACE7CB2F816}" dt="2025-05-01T08:37:23.109" v="93" actId="113"/>
        <pc:sldMkLst>
          <pc:docMk/>
          <pc:sldMk cId="1735850369" sldId="300"/>
        </pc:sldMkLst>
        <pc:spChg chg="del">
          <ac:chgData name="Nikhith R" userId="f59e9bfba2dd160e" providerId="LiveId" clId="{EBF900D8-368E-4B0C-8633-5ACE7CB2F816}" dt="2025-05-01T07:18:41.599" v="17" actId="21"/>
          <ac:spMkLst>
            <pc:docMk/>
            <pc:sldMk cId="1735850369" sldId="300"/>
            <ac:spMk id="2" creationId="{CC01B81B-F0E5-41F8-9118-055A305AE6EC}"/>
          </ac:spMkLst>
        </pc:spChg>
        <pc:spChg chg="mod">
          <ac:chgData name="Nikhith R" userId="f59e9bfba2dd160e" providerId="LiveId" clId="{EBF900D8-368E-4B0C-8633-5ACE7CB2F816}" dt="2025-05-01T08:37:23.109" v="93" actId="113"/>
          <ac:spMkLst>
            <pc:docMk/>
            <pc:sldMk cId="1735850369" sldId="300"/>
            <ac:spMk id="3" creationId="{6BD18AAA-802B-3AC3-6336-623D0B94F3F6}"/>
          </ac:spMkLst>
        </pc:spChg>
        <pc:spChg chg="del">
          <ac:chgData name="Nikhith R" userId="f59e9bfba2dd160e" providerId="LiveId" clId="{EBF900D8-368E-4B0C-8633-5ACE7CB2F816}" dt="2025-05-01T07:18:58.425" v="19" actId="21"/>
          <ac:spMkLst>
            <pc:docMk/>
            <pc:sldMk cId="1735850369" sldId="300"/>
            <ac:spMk id="4" creationId="{E9D69DBE-68AE-37A7-A909-962DFF71E8C8}"/>
          </ac:spMkLst>
        </pc:spChg>
      </pc:sldChg>
      <pc:sldChg chg="addSp delSp modSp new mod">
        <pc:chgData name="Nikhith R" userId="f59e9bfba2dd160e" providerId="LiveId" clId="{EBF900D8-368E-4B0C-8633-5ACE7CB2F816}" dt="2025-05-01T08:44:22.744" v="172" actId="1036"/>
        <pc:sldMkLst>
          <pc:docMk/>
          <pc:sldMk cId="835529319" sldId="301"/>
        </pc:sldMkLst>
        <pc:spChg chg="del">
          <ac:chgData name="Nikhith R" userId="f59e9bfba2dd160e" providerId="LiveId" clId="{EBF900D8-368E-4B0C-8633-5ACE7CB2F816}" dt="2025-05-01T08:40:42.126" v="131" actId="21"/>
          <ac:spMkLst>
            <pc:docMk/>
            <pc:sldMk cId="835529319" sldId="301"/>
            <ac:spMk id="2" creationId="{75F5E530-A8DF-E69B-C73F-C31304B57BF4}"/>
          </ac:spMkLst>
        </pc:spChg>
        <pc:spChg chg="del mod">
          <ac:chgData name="Nikhith R" userId="f59e9bfba2dd160e" providerId="LiveId" clId="{EBF900D8-368E-4B0C-8633-5ACE7CB2F816}" dt="2025-05-01T08:41:01.990" v="133"/>
          <ac:spMkLst>
            <pc:docMk/>
            <pc:sldMk cId="835529319" sldId="301"/>
            <ac:spMk id="3" creationId="{0B67C2E3-0BBE-45A3-F1CE-383A739713CB}"/>
          </ac:spMkLst>
        </pc:spChg>
        <pc:spChg chg="del">
          <ac:chgData name="Nikhith R" userId="f59e9bfba2dd160e" providerId="LiveId" clId="{EBF900D8-368E-4B0C-8633-5ACE7CB2F816}" dt="2025-05-01T08:40:38.446" v="130" actId="21"/>
          <ac:spMkLst>
            <pc:docMk/>
            <pc:sldMk cId="835529319" sldId="301"/>
            <ac:spMk id="4" creationId="{4329B05A-E2CA-45F3-27CD-D61FB8FC82D9}"/>
          </ac:spMkLst>
        </pc:spChg>
        <pc:picChg chg="add mod">
          <ac:chgData name="Nikhith R" userId="f59e9bfba2dd160e" providerId="LiveId" clId="{EBF900D8-368E-4B0C-8633-5ACE7CB2F816}" dt="2025-05-01T08:44:22.744" v="172" actId="1036"/>
          <ac:picMkLst>
            <pc:docMk/>
            <pc:sldMk cId="835529319" sldId="301"/>
            <ac:picMk id="1026" creationId="{A4BE4393-216F-D787-D985-AA4755F5F96B}"/>
          </ac:picMkLst>
        </pc:picChg>
        <pc:picChg chg="add del mod">
          <ac:chgData name="Nikhith R" userId="f59e9bfba2dd160e" providerId="LiveId" clId="{EBF900D8-368E-4B0C-8633-5ACE7CB2F816}" dt="2025-05-01T08:42:26.782" v="150" actId="21"/>
          <ac:picMkLst>
            <pc:docMk/>
            <pc:sldMk cId="835529319" sldId="301"/>
            <ac:picMk id="1028" creationId="{76913EE2-4CE9-BB00-8EF6-F3537A463BBA}"/>
          </ac:picMkLst>
        </pc:picChg>
      </pc:sldChg>
      <pc:sldChg chg="addSp delSp modSp new mod">
        <pc:chgData name="Nikhith R" userId="f59e9bfba2dd160e" providerId="LiveId" clId="{EBF900D8-368E-4B0C-8633-5ACE7CB2F816}" dt="2025-05-01T08:43:15.897" v="161" actId="14100"/>
        <pc:sldMkLst>
          <pc:docMk/>
          <pc:sldMk cId="2970928870" sldId="302"/>
        </pc:sldMkLst>
        <pc:spChg chg="del">
          <ac:chgData name="Nikhith R" userId="f59e9bfba2dd160e" providerId="LiveId" clId="{EBF900D8-368E-4B0C-8633-5ACE7CB2F816}" dt="2025-05-01T08:43:01.157" v="158" actId="21"/>
          <ac:spMkLst>
            <pc:docMk/>
            <pc:sldMk cId="2970928870" sldId="302"/>
            <ac:spMk id="2" creationId="{1BC06D89-3A94-8657-2C25-11A1B5CD9A8A}"/>
          </ac:spMkLst>
        </pc:spChg>
        <pc:spChg chg="del">
          <ac:chgData name="Nikhith R" userId="f59e9bfba2dd160e" providerId="LiveId" clId="{EBF900D8-368E-4B0C-8633-5ACE7CB2F816}" dt="2025-05-01T08:42:56.720" v="157"/>
          <ac:spMkLst>
            <pc:docMk/>
            <pc:sldMk cId="2970928870" sldId="302"/>
            <ac:spMk id="3" creationId="{A368C589-CFF1-48B8-5366-2931C878E02D}"/>
          </ac:spMkLst>
        </pc:spChg>
        <pc:spChg chg="del">
          <ac:chgData name="Nikhith R" userId="f59e9bfba2dd160e" providerId="LiveId" clId="{EBF900D8-368E-4B0C-8633-5ACE7CB2F816}" dt="2025-05-01T08:43:05.527" v="159" actId="21"/>
          <ac:spMkLst>
            <pc:docMk/>
            <pc:sldMk cId="2970928870" sldId="302"/>
            <ac:spMk id="4" creationId="{9F0AF4B3-825A-4C35-3BCE-9086653E9C73}"/>
          </ac:spMkLst>
        </pc:spChg>
        <pc:picChg chg="add mod">
          <ac:chgData name="Nikhith R" userId="f59e9bfba2dd160e" providerId="LiveId" clId="{EBF900D8-368E-4B0C-8633-5ACE7CB2F816}" dt="2025-05-01T08:43:15.897" v="161" actId="14100"/>
          <ac:picMkLst>
            <pc:docMk/>
            <pc:sldMk cId="2970928870" sldId="302"/>
            <ac:picMk id="6" creationId="{0FF588A3-B20F-575C-B1AF-3A7522662EA7}"/>
          </ac:picMkLst>
        </pc:picChg>
      </pc:sldChg>
      <pc:sldChg chg="addSp delSp modSp new mod">
        <pc:chgData name="Nikhith R" userId="f59e9bfba2dd160e" providerId="LiveId" clId="{EBF900D8-368E-4B0C-8633-5ACE7CB2F816}" dt="2025-05-01T08:44:09.046" v="168" actId="14100"/>
        <pc:sldMkLst>
          <pc:docMk/>
          <pc:sldMk cId="2588039406" sldId="303"/>
        </pc:sldMkLst>
        <pc:spChg chg="del">
          <ac:chgData name="Nikhith R" userId="f59e9bfba2dd160e" providerId="LiveId" clId="{EBF900D8-368E-4B0C-8633-5ACE7CB2F816}" dt="2025-05-01T08:43:50.931" v="164" actId="21"/>
          <ac:spMkLst>
            <pc:docMk/>
            <pc:sldMk cId="2588039406" sldId="303"/>
            <ac:spMk id="2" creationId="{39436C52-2CCA-1733-8C94-644EBCFC3CED}"/>
          </ac:spMkLst>
        </pc:spChg>
        <pc:spChg chg="del">
          <ac:chgData name="Nikhith R" userId="f59e9bfba2dd160e" providerId="LiveId" clId="{EBF900D8-368E-4B0C-8633-5ACE7CB2F816}" dt="2025-05-01T08:43:45.534" v="163"/>
          <ac:spMkLst>
            <pc:docMk/>
            <pc:sldMk cId="2588039406" sldId="303"/>
            <ac:spMk id="3" creationId="{56406040-AC26-ADB2-3B4F-07E50F35C50B}"/>
          </ac:spMkLst>
        </pc:spChg>
        <pc:spChg chg="del">
          <ac:chgData name="Nikhith R" userId="f59e9bfba2dd160e" providerId="LiveId" clId="{EBF900D8-368E-4B0C-8633-5ACE7CB2F816}" dt="2025-05-01T08:43:55.226" v="165" actId="21"/>
          <ac:spMkLst>
            <pc:docMk/>
            <pc:sldMk cId="2588039406" sldId="303"/>
            <ac:spMk id="4" creationId="{46AA4DD3-3E30-0C58-DB08-47C48ADD9A7F}"/>
          </ac:spMkLst>
        </pc:spChg>
        <pc:picChg chg="add mod">
          <ac:chgData name="Nikhith R" userId="f59e9bfba2dd160e" providerId="LiveId" clId="{EBF900D8-368E-4B0C-8633-5ACE7CB2F816}" dt="2025-05-01T08:44:09.046" v="168" actId="14100"/>
          <ac:picMkLst>
            <pc:docMk/>
            <pc:sldMk cId="2588039406" sldId="303"/>
            <ac:picMk id="2050" creationId="{216C5E65-9F1E-91CB-3C23-89A59E475AF5}"/>
          </ac:picMkLst>
        </pc:picChg>
      </pc:sldChg>
      <pc:sldChg chg="delSp modSp new del mod ord">
        <pc:chgData name="Nikhith R" userId="f59e9bfba2dd160e" providerId="LiveId" clId="{EBF900D8-368E-4B0C-8633-5ACE7CB2F816}" dt="2025-05-01T08:45:45.057" v="182" actId="2696"/>
        <pc:sldMkLst>
          <pc:docMk/>
          <pc:sldMk cId="2221503830" sldId="304"/>
        </pc:sldMkLst>
        <pc:spChg chg="mod">
          <ac:chgData name="Nikhith R" userId="f59e9bfba2dd160e" providerId="LiveId" clId="{EBF900D8-368E-4B0C-8633-5ACE7CB2F816}" dt="2025-05-01T08:45:17.117" v="180" actId="20577"/>
          <ac:spMkLst>
            <pc:docMk/>
            <pc:sldMk cId="2221503830" sldId="304"/>
            <ac:spMk id="2" creationId="{2D61C006-862F-FFF8-4F24-C6D67C20077E}"/>
          </ac:spMkLst>
        </pc:spChg>
        <pc:spChg chg="del">
          <ac:chgData name="Nikhith R" userId="f59e9bfba2dd160e" providerId="LiveId" clId="{EBF900D8-368E-4B0C-8633-5ACE7CB2F816}" dt="2025-05-01T08:45:10.207" v="176" actId="21"/>
          <ac:spMkLst>
            <pc:docMk/>
            <pc:sldMk cId="2221503830" sldId="304"/>
            <ac:spMk id="3" creationId="{66402DA0-9840-880F-69A7-A159B5319AB5}"/>
          </ac:spMkLst>
        </pc:spChg>
      </pc:sldChg>
      <pc:sldChg chg="modSp add mod">
        <pc:chgData name="Nikhith R" userId="f59e9bfba2dd160e" providerId="LiveId" clId="{EBF900D8-368E-4B0C-8633-5ACE7CB2F816}" dt="2025-05-01T09:00:01.249" v="397" actId="14100"/>
        <pc:sldMkLst>
          <pc:docMk/>
          <pc:sldMk cId="1193015575" sldId="305"/>
        </pc:sldMkLst>
        <pc:spChg chg="mod">
          <ac:chgData name="Nikhith R" userId="f59e9bfba2dd160e" providerId="LiveId" clId="{EBF900D8-368E-4B0C-8633-5ACE7CB2F816}" dt="2025-05-01T08:47:29.617" v="277" actId="255"/>
          <ac:spMkLst>
            <pc:docMk/>
            <pc:sldMk cId="1193015575" sldId="305"/>
            <ac:spMk id="5" creationId="{AEAC97D6-224E-288F-A97B-EFA07600F039}"/>
          </ac:spMkLst>
        </pc:spChg>
        <pc:spChg chg="mod">
          <ac:chgData name="Nikhith R" userId="f59e9bfba2dd160e" providerId="LiveId" clId="{EBF900D8-368E-4B0C-8633-5ACE7CB2F816}" dt="2025-05-01T09:00:01.249" v="397" actId="14100"/>
          <ac:spMkLst>
            <pc:docMk/>
            <pc:sldMk cId="1193015575" sldId="305"/>
            <ac:spMk id="12" creationId="{588ADA45-641E-38D8-F401-5AA394F8874B}"/>
          </ac:spMkLst>
        </pc:spChg>
      </pc:sldChg>
      <pc:sldChg chg="modSp new mod ord">
        <pc:chgData name="Nikhith R" userId="f59e9bfba2dd160e" providerId="LiveId" clId="{EBF900D8-368E-4B0C-8633-5ACE7CB2F816}" dt="2025-05-01T09:00:48.072" v="403" actId="14100"/>
        <pc:sldMkLst>
          <pc:docMk/>
          <pc:sldMk cId="176528053" sldId="306"/>
        </pc:sldMkLst>
        <pc:spChg chg="mod">
          <ac:chgData name="Nikhith R" userId="f59e9bfba2dd160e" providerId="LiveId" clId="{EBF900D8-368E-4B0C-8633-5ACE7CB2F816}" dt="2025-05-01T08:49:16.146" v="298" actId="14100"/>
          <ac:spMkLst>
            <pc:docMk/>
            <pc:sldMk cId="176528053" sldId="306"/>
            <ac:spMk id="2" creationId="{5D081B07-7A41-CFAE-049F-1C85583C8A2E}"/>
          </ac:spMkLst>
        </pc:spChg>
        <pc:spChg chg="mod">
          <ac:chgData name="Nikhith R" userId="f59e9bfba2dd160e" providerId="LiveId" clId="{EBF900D8-368E-4B0C-8633-5ACE7CB2F816}" dt="2025-05-01T09:00:48.072" v="403" actId="14100"/>
          <ac:spMkLst>
            <pc:docMk/>
            <pc:sldMk cId="176528053" sldId="306"/>
            <ac:spMk id="3" creationId="{B9275416-9B86-2B47-DB9F-E8B225818C19}"/>
          </ac:spMkLst>
        </pc:spChg>
      </pc:sldChg>
      <pc:sldChg chg="modSp new mod ord">
        <pc:chgData name="Nikhith R" userId="f59e9bfba2dd160e" providerId="LiveId" clId="{EBF900D8-368E-4B0C-8633-5ACE7CB2F816}" dt="2025-05-01T08:58:43.307" v="386" actId="14100"/>
        <pc:sldMkLst>
          <pc:docMk/>
          <pc:sldMk cId="246568524" sldId="307"/>
        </pc:sldMkLst>
        <pc:spChg chg="mod">
          <ac:chgData name="Nikhith R" userId="f59e9bfba2dd160e" providerId="LiveId" clId="{EBF900D8-368E-4B0C-8633-5ACE7CB2F816}" dt="2025-05-01T08:57:01.199" v="374" actId="14100"/>
          <ac:spMkLst>
            <pc:docMk/>
            <pc:sldMk cId="246568524" sldId="307"/>
            <ac:spMk id="2" creationId="{7BCEA24C-5315-165D-47BB-B994B7561CC6}"/>
          </ac:spMkLst>
        </pc:spChg>
        <pc:spChg chg="mod">
          <ac:chgData name="Nikhith R" userId="f59e9bfba2dd160e" providerId="LiveId" clId="{EBF900D8-368E-4B0C-8633-5ACE7CB2F816}" dt="2025-05-01T08:58:43.307" v="386" actId="14100"/>
          <ac:spMkLst>
            <pc:docMk/>
            <pc:sldMk cId="246568524" sldId="307"/>
            <ac:spMk id="3" creationId="{4256BA63-DEC6-6DB4-C46D-CF24ADBC797B}"/>
          </ac:spMkLst>
        </pc:spChg>
      </pc:sldChg>
      <pc:sldChg chg="delSp modSp new mod ord">
        <pc:chgData name="Nikhith R" userId="f59e9bfba2dd160e" providerId="LiveId" clId="{EBF900D8-368E-4B0C-8633-5ACE7CB2F816}" dt="2025-05-01T09:04:21.604" v="447" actId="27636"/>
        <pc:sldMkLst>
          <pc:docMk/>
          <pc:sldMk cId="1398637792" sldId="308"/>
        </pc:sldMkLst>
        <pc:spChg chg="mod">
          <ac:chgData name="Nikhith R" userId="f59e9bfba2dd160e" providerId="LiveId" clId="{EBF900D8-368E-4B0C-8633-5ACE7CB2F816}" dt="2025-05-01T09:02:28.163" v="433" actId="14100"/>
          <ac:spMkLst>
            <pc:docMk/>
            <pc:sldMk cId="1398637792" sldId="308"/>
            <ac:spMk id="2" creationId="{FBBE33EC-3209-AD3A-9B49-075D1B040A71}"/>
          </ac:spMkLst>
        </pc:spChg>
        <pc:spChg chg="mod">
          <ac:chgData name="Nikhith R" userId="f59e9bfba2dd160e" providerId="LiveId" clId="{EBF900D8-368E-4B0C-8633-5ACE7CB2F816}" dt="2025-05-01T09:04:21.604" v="447" actId="27636"/>
          <ac:spMkLst>
            <pc:docMk/>
            <pc:sldMk cId="1398637792" sldId="308"/>
            <ac:spMk id="3" creationId="{29D0712B-B376-D430-C618-9E14EA210C7A}"/>
          </ac:spMkLst>
        </pc:spChg>
        <pc:spChg chg="del">
          <ac:chgData name="Nikhith R" userId="f59e9bfba2dd160e" providerId="LiveId" clId="{EBF900D8-368E-4B0C-8633-5ACE7CB2F816}" dt="2025-05-01T09:01:50.477" v="425" actId="21"/>
          <ac:spMkLst>
            <pc:docMk/>
            <pc:sldMk cId="1398637792" sldId="308"/>
            <ac:spMk id="4" creationId="{A0DF3AF6-A048-E622-816E-0C839FC03182}"/>
          </ac:spMkLst>
        </pc:spChg>
      </pc:sldChg>
      <pc:sldChg chg="delSp modSp new mod">
        <pc:chgData name="Nikhith R" userId="f59e9bfba2dd160e" providerId="LiveId" clId="{EBF900D8-368E-4B0C-8633-5ACE7CB2F816}" dt="2025-05-01T09:09:15.061" v="462" actId="14100"/>
        <pc:sldMkLst>
          <pc:docMk/>
          <pc:sldMk cId="2303849375" sldId="309"/>
        </pc:sldMkLst>
        <pc:spChg chg="del">
          <ac:chgData name="Nikhith R" userId="f59e9bfba2dd160e" providerId="LiveId" clId="{EBF900D8-368E-4B0C-8633-5ACE7CB2F816}" dt="2025-05-01T09:07:51.691" v="450" actId="21"/>
          <ac:spMkLst>
            <pc:docMk/>
            <pc:sldMk cId="2303849375" sldId="309"/>
            <ac:spMk id="2" creationId="{C2226C8A-909E-5F03-0A08-34A2A18D8475}"/>
          </ac:spMkLst>
        </pc:spChg>
        <pc:spChg chg="mod">
          <ac:chgData name="Nikhith R" userId="f59e9bfba2dd160e" providerId="LiveId" clId="{EBF900D8-368E-4B0C-8633-5ACE7CB2F816}" dt="2025-05-01T09:09:15.061" v="462" actId="14100"/>
          <ac:spMkLst>
            <pc:docMk/>
            <pc:sldMk cId="2303849375" sldId="309"/>
            <ac:spMk id="3" creationId="{6F583C55-2372-A848-167C-47AD08A58CEF}"/>
          </ac:spMkLst>
        </pc:spChg>
        <pc:spChg chg="del">
          <ac:chgData name="Nikhith R" userId="f59e9bfba2dd160e" providerId="LiveId" clId="{EBF900D8-368E-4B0C-8633-5ACE7CB2F816}" dt="2025-05-01T09:07:45.841" v="449" actId="21"/>
          <ac:spMkLst>
            <pc:docMk/>
            <pc:sldMk cId="2303849375" sldId="309"/>
            <ac:spMk id="4" creationId="{26AFA692-5F84-09F8-9E82-C50477435791}"/>
          </ac:spMkLst>
        </pc:spChg>
      </pc:sldChg>
      <pc:sldChg chg="addSp delSp modSp new mod ord">
        <pc:chgData name="Nikhith R" userId="f59e9bfba2dd160e" providerId="LiveId" clId="{EBF900D8-368E-4B0C-8633-5ACE7CB2F816}" dt="2025-05-01T09:12:12.262" v="490" actId="1076"/>
        <pc:sldMkLst>
          <pc:docMk/>
          <pc:sldMk cId="1120567509" sldId="310"/>
        </pc:sldMkLst>
        <pc:spChg chg="mod">
          <ac:chgData name="Nikhith R" userId="f59e9bfba2dd160e" providerId="LiveId" clId="{EBF900D8-368E-4B0C-8633-5ACE7CB2F816}" dt="2025-05-01T09:10:30.033" v="475" actId="14100"/>
          <ac:spMkLst>
            <pc:docMk/>
            <pc:sldMk cId="1120567509" sldId="310"/>
            <ac:spMk id="2" creationId="{3A851413-6165-FD71-A589-513F6B24B60E}"/>
          </ac:spMkLst>
        </pc:spChg>
        <pc:spChg chg="del">
          <ac:chgData name="Nikhith R" userId="f59e9bfba2dd160e" providerId="LiveId" clId="{EBF900D8-368E-4B0C-8633-5ACE7CB2F816}" dt="2025-05-01T09:11:14.950" v="477"/>
          <ac:spMkLst>
            <pc:docMk/>
            <pc:sldMk cId="1120567509" sldId="310"/>
            <ac:spMk id="3" creationId="{E8D8A7A8-8929-42CB-1A88-3468637B3EE3}"/>
          </ac:spMkLst>
        </pc:spChg>
        <pc:spChg chg="del">
          <ac:chgData name="Nikhith R" userId="f59e9bfba2dd160e" providerId="LiveId" clId="{EBF900D8-368E-4B0C-8633-5ACE7CB2F816}" dt="2025-05-01T09:10:34.255" v="476" actId="21"/>
          <ac:spMkLst>
            <pc:docMk/>
            <pc:sldMk cId="1120567509" sldId="310"/>
            <ac:spMk id="4" creationId="{0210EF8A-7F7E-F8DC-41B7-756744DF00A6}"/>
          </ac:spMkLst>
        </pc:spChg>
        <pc:picChg chg="add mod">
          <ac:chgData name="Nikhith R" userId="f59e9bfba2dd160e" providerId="LiveId" clId="{EBF900D8-368E-4B0C-8633-5ACE7CB2F816}" dt="2025-05-01T09:12:05.327" v="488" actId="1076"/>
          <ac:picMkLst>
            <pc:docMk/>
            <pc:sldMk cId="1120567509" sldId="310"/>
            <ac:picMk id="4098" creationId="{C9CD9F03-8ABA-3D28-9461-A0B1FC06279D}"/>
          </ac:picMkLst>
        </pc:picChg>
        <pc:picChg chg="add mod">
          <ac:chgData name="Nikhith R" userId="f59e9bfba2dd160e" providerId="LiveId" clId="{EBF900D8-368E-4B0C-8633-5ACE7CB2F816}" dt="2025-05-01T09:12:12.262" v="490" actId="1076"/>
          <ac:picMkLst>
            <pc:docMk/>
            <pc:sldMk cId="1120567509" sldId="310"/>
            <ac:picMk id="4100" creationId="{60D16CAA-050F-5D94-754F-B8D7F503B299}"/>
          </ac:picMkLst>
        </pc:picChg>
      </pc:sldChg>
      <pc:sldChg chg="addSp delSp modSp new mod">
        <pc:chgData name="Nikhith R" userId="f59e9bfba2dd160e" providerId="LiveId" clId="{EBF900D8-368E-4B0C-8633-5ACE7CB2F816}" dt="2025-05-01T09:14:36.374" v="518" actId="14100"/>
        <pc:sldMkLst>
          <pc:docMk/>
          <pc:sldMk cId="483122402" sldId="311"/>
        </pc:sldMkLst>
        <pc:spChg chg="del">
          <ac:chgData name="Nikhith R" userId="f59e9bfba2dd160e" providerId="LiveId" clId="{EBF900D8-368E-4B0C-8633-5ACE7CB2F816}" dt="2025-05-01T09:12:33.340" v="493" actId="21"/>
          <ac:spMkLst>
            <pc:docMk/>
            <pc:sldMk cId="483122402" sldId="311"/>
            <ac:spMk id="2" creationId="{0652C950-DF87-9CAA-215C-419CB61B0A7C}"/>
          </ac:spMkLst>
        </pc:spChg>
        <pc:spChg chg="del">
          <ac:chgData name="Nikhith R" userId="f59e9bfba2dd160e" providerId="LiveId" clId="{EBF900D8-368E-4B0C-8633-5ACE7CB2F816}" dt="2025-05-01T09:12:47.748" v="494"/>
          <ac:spMkLst>
            <pc:docMk/>
            <pc:sldMk cId="483122402" sldId="311"/>
            <ac:spMk id="3" creationId="{3EA6A398-94FC-810A-4D97-B22D41DDA980}"/>
          </ac:spMkLst>
        </pc:spChg>
        <pc:spChg chg="del">
          <ac:chgData name="Nikhith R" userId="f59e9bfba2dd160e" providerId="LiveId" clId="{EBF900D8-368E-4B0C-8633-5ACE7CB2F816}" dt="2025-05-01T09:12:28.748" v="492" actId="21"/>
          <ac:spMkLst>
            <pc:docMk/>
            <pc:sldMk cId="483122402" sldId="311"/>
            <ac:spMk id="4" creationId="{C9D7856B-9E73-0B14-8C7A-BFA4C308F181}"/>
          </ac:spMkLst>
        </pc:spChg>
        <pc:picChg chg="add mod">
          <ac:chgData name="Nikhith R" userId="f59e9bfba2dd160e" providerId="LiveId" clId="{EBF900D8-368E-4B0C-8633-5ACE7CB2F816}" dt="2025-05-01T09:14:36.374" v="518" actId="14100"/>
          <ac:picMkLst>
            <pc:docMk/>
            <pc:sldMk cId="483122402" sldId="311"/>
            <ac:picMk id="5122" creationId="{270EEC5C-FE59-7D52-E5F4-BFABE3CAA5F6}"/>
          </ac:picMkLst>
        </pc:picChg>
        <pc:picChg chg="add mod">
          <ac:chgData name="Nikhith R" userId="f59e9bfba2dd160e" providerId="LiveId" clId="{EBF900D8-368E-4B0C-8633-5ACE7CB2F816}" dt="2025-05-01T09:14:32.140" v="517" actId="14100"/>
          <ac:picMkLst>
            <pc:docMk/>
            <pc:sldMk cId="483122402" sldId="311"/>
            <ac:picMk id="5124" creationId="{B21D262E-29FA-59D3-AF4C-7868B7B236E4}"/>
          </ac:picMkLst>
        </pc:picChg>
      </pc:sldChg>
      <pc:sldChg chg="addSp delSp modSp new mod">
        <pc:chgData name="Nikhith R" userId="f59e9bfba2dd160e" providerId="LiveId" clId="{EBF900D8-368E-4B0C-8633-5ACE7CB2F816}" dt="2025-05-01T09:16:46.778" v="531" actId="14100"/>
        <pc:sldMkLst>
          <pc:docMk/>
          <pc:sldMk cId="1303990892" sldId="312"/>
        </pc:sldMkLst>
        <pc:spChg chg="del">
          <ac:chgData name="Nikhith R" userId="f59e9bfba2dd160e" providerId="LiveId" clId="{EBF900D8-368E-4B0C-8633-5ACE7CB2F816}" dt="2025-05-01T09:14:52.957" v="520" actId="21"/>
          <ac:spMkLst>
            <pc:docMk/>
            <pc:sldMk cId="1303990892" sldId="312"/>
            <ac:spMk id="2" creationId="{6A255533-AF86-D28E-E2DA-12C917789B12}"/>
          </ac:spMkLst>
        </pc:spChg>
        <pc:spChg chg="del">
          <ac:chgData name="Nikhith R" userId="f59e9bfba2dd160e" providerId="LiveId" clId="{EBF900D8-368E-4B0C-8633-5ACE7CB2F816}" dt="2025-05-01T09:16:08.032" v="522"/>
          <ac:spMkLst>
            <pc:docMk/>
            <pc:sldMk cId="1303990892" sldId="312"/>
            <ac:spMk id="3" creationId="{8DB9C904-972F-CC27-38FE-E659E38AC164}"/>
          </ac:spMkLst>
        </pc:spChg>
        <pc:spChg chg="del">
          <ac:chgData name="Nikhith R" userId="f59e9bfba2dd160e" providerId="LiveId" clId="{EBF900D8-368E-4B0C-8633-5ACE7CB2F816}" dt="2025-05-01T09:14:56.813" v="521" actId="21"/>
          <ac:spMkLst>
            <pc:docMk/>
            <pc:sldMk cId="1303990892" sldId="312"/>
            <ac:spMk id="4" creationId="{96016F19-5C8F-0B27-19BC-792E3ADFB7DD}"/>
          </ac:spMkLst>
        </pc:spChg>
        <pc:picChg chg="add mod">
          <ac:chgData name="Nikhith R" userId="f59e9bfba2dd160e" providerId="LiveId" clId="{EBF900D8-368E-4B0C-8633-5ACE7CB2F816}" dt="2025-05-01T09:16:29.152" v="526" actId="14100"/>
          <ac:picMkLst>
            <pc:docMk/>
            <pc:sldMk cId="1303990892" sldId="312"/>
            <ac:picMk id="6146" creationId="{04709C2E-1CE8-D34E-A6F6-B4C8BA14C547}"/>
          </ac:picMkLst>
        </pc:picChg>
        <pc:picChg chg="add mod">
          <ac:chgData name="Nikhith R" userId="f59e9bfba2dd160e" providerId="LiveId" clId="{EBF900D8-368E-4B0C-8633-5ACE7CB2F816}" dt="2025-05-01T09:16:46.778" v="531" actId="14100"/>
          <ac:picMkLst>
            <pc:docMk/>
            <pc:sldMk cId="1303990892" sldId="312"/>
            <ac:picMk id="6148" creationId="{CDE1C199-7985-80EE-1AB8-5639A6C2A825}"/>
          </ac:picMkLst>
        </pc:picChg>
      </pc:sldChg>
      <pc:sldChg chg="addSp delSp modSp new mod">
        <pc:chgData name="Nikhith R" userId="f59e9bfba2dd160e" providerId="LiveId" clId="{EBF900D8-368E-4B0C-8633-5ACE7CB2F816}" dt="2025-05-01T09:18:09.822" v="551" actId="14100"/>
        <pc:sldMkLst>
          <pc:docMk/>
          <pc:sldMk cId="269666578" sldId="313"/>
        </pc:sldMkLst>
        <pc:spChg chg="del">
          <ac:chgData name="Nikhith R" userId="f59e9bfba2dd160e" providerId="LiveId" clId="{EBF900D8-368E-4B0C-8633-5ACE7CB2F816}" dt="2025-05-01T09:16:58.693" v="533" actId="21"/>
          <ac:spMkLst>
            <pc:docMk/>
            <pc:sldMk cId="269666578" sldId="313"/>
            <ac:spMk id="2" creationId="{CC155BF1-FAB0-1CCC-69B8-2D843B489182}"/>
          </ac:spMkLst>
        </pc:spChg>
        <pc:spChg chg="del">
          <ac:chgData name="Nikhith R" userId="f59e9bfba2dd160e" providerId="LiveId" clId="{EBF900D8-368E-4B0C-8633-5ACE7CB2F816}" dt="2025-05-01T09:17:21.573" v="535"/>
          <ac:spMkLst>
            <pc:docMk/>
            <pc:sldMk cId="269666578" sldId="313"/>
            <ac:spMk id="3" creationId="{4DEF8ED8-E6F0-8344-0821-82F1CE4CEAA0}"/>
          </ac:spMkLst>
        </pc:spChg>
        <pc:spChg chg="del">
          <ac:chgData name="Nikhith R" userId="f59e9bfba2dd160e" providerId="LiveId" clId="{EBF900D8-368E-4B0C-8633-5ACE7CB2F816}" dt="2025-05-01T09:17:02.699" v="534" actId="21"/>
          <ac:spMkLst>
            <pc:docMk/>
            <pc:sldMk cId="269666578" sldId="313"/>
            <ac:spMk id="4" creationId="{47BB83AD-01D4-DD70-29E7-D36C23095397}"/>
          </ac:spMkLst>
        </pc:spChg>
        <pc:picChg chg="add mod">
          <ac:chgData name="Nikhith R" userId="f59e9bfba2dd160e" providerId="LiveId" clId="{EBF900D8-368E-4B0C-8633-5ACE7CB2F816}" dt="2025-05-01T09:18:06.521" v="550" actId="14100"/>
          <ac:picMkLst>
            <pc:docMk/>
            <pc:sldMk cId="269666578" sldId="313"/>
            <ac:picMk id="7170" creationId="{52863E83-8843-B9C2-4A0A-B10D2F757013}"/>
          </ac:picMkLst>
        </pc:picChg>
        <pc:picChg chg="add mod">
          <ac:chgData name="Nikhith R" userId="f59e9bfba2dd160e" providerId="LiveId" clId="{EBF900D8-368E-4B0C-8633-5ACE7CB2F816}" dt="2025-05-01T09:18:09.822" v="551" actId="14100"/>
          <ac:picMkLst>
            <pc:docMk/>
            <pc:sldMk cId="269666578" sldId="313"/>
            <ac:picMk id="7172" creationId="{83F4D8C9-E5B7-BCE4-1EAE-581944534F31}"/>
          </ac:picMkLst>
        </pc:picChg>
      </pc:sldChg>
      <pc:sldChg chg="modSp new mod ord">
        <pc:chgData name="Nikhith R" userId="f59e9bfba2dd160e" providerId="LiveId" clId="{EBF900D8-368E-4B0C-8633-5ACE7CB2F816}" dt="2025-05-01T09:20:47.228" v="582" actId="14100"/>
        <pc:sldMkLst>
          <pc:docMk/>
          <pc:sldMk cId="2186619979" sldId="314"/>
        </pc:sldMkLst>
        <pc:spChg chg="mod">
          <ac:chgData name="Nikhith R" userId="f59e9bfba2dd160e" providerId="LiveId" clId="{EBF900D8-368E-4B0C-8633-5ACE7CB2F816}" dt="2025-05-01T09:19:33.311" v="570" actId="255"/>
          <ac:spMkLst>
            <pc:docMk/>
            <pc:sldMk cId="2186619979" sldId="314"/>
            <ac:spMk id="2" creationId="{9A4C4FB9-A4BC-D7CE-BD64-8B3A3F4FD973}"/>
          </ac:spMkLst>
        </pc:spChg>
        <pc:spChg chg="mod">
          <ac:chgData name="Nikhith R" userId="f59e9bfba2dd160e" providerId="LiveId" clId="{EBF900D8-368E-4B0C-8633-5ACE7CB2F816}" dt="2025-05-01T09:20:47.228" v="582" actId="14100"/>
          <ac:spMkLst>
            <pc:docMk/>
            <pc:sldMk cId="2186619979" sldId="314"/>
            <ac:spMk id="3" creationId="{E203BD8B-8D86-B9DC-D404-E89DD7ADF5AE}"/>
          </ac:spMkLst>
        </pc:spChg>
      </pc:sldChg>
      <pc:sldChg chg="new del">
        <pc:chgData name="Nikhith R" userId="f59e9bfba2dd160e" providerId="LiveId" clId="{EBF900D8-368E-4B0C-8633-5ACE7CB2F816}" dt="2025-05-01T09:21:29.290" v="585" actId="2696"/>
        <pc:sldMkLst>
          <pc:docMk/>
          <pc:sldMk cId="642956900" sldId="315"/>
        </pc:sldMkLst>
      </pc:sldChg>
      <pc:sldChg chg="modSp add mod ord">
        <pc:chgData name="Nikhith R" userId="f59e9bfba2dd160e" providerId="LiveId" clId="{EBF900D8-368E-4B0C-8633-5ACE7CB2F816}" dt="2025-05-01T09:23:49.826" v="599" actId="12"/>
        <pc:sldMkLst>
          <pc:docMk/>
          <pc:sldMk cId="1554754581" sldId="316"/>
        </pc:sldMkLst>
        <pc:spChg chg="mod">
          <ac:chgData name="Nikhith R" userId="f59e9bfba2dd160e" providerId="LiveId" clId="{EBF900D8-368E-4B0C-8633-5ACE7CB2F816}" dt="2025-05-01T09:22:35.733" v="590" actId="20577"/>
          <ac:spMkLst>
            <pc:docMk/>
            <pc:sldMk cId="1554754581" sldId="316"/>
            <ac:spMk id="5" creationId="{8BCD0171-E9A0-6910-89CF-6A79CC7D67B1}"/>
          </ac:spMkLst>
        </pc:spChg>
        <pc:spChg chg="mod">
          <ac:chgData name="Nikhith R" userId="f59e9bfba2dd160e" providerId="LiveId" clId="{EBF900D8-368E-4B0C-8633-5ACE7CB2F816}" dt="2025-05-01T09:23:49.826" v="599" actId="12"/>
          <ac:spMkLst>
            <pc:docMk/>
            <pc:sldMk cId="1554754581" sldId="316"/>
            <ac:spMk id="12" creationId="{FDE3A7BD-08A0-D6C0-64A1-CC9AE2FFC349}"/>
          </ac:spMkLst>
        </pc:spChg>
      </pc:sldChg>
      <pc:sldChg chg="new del">
        <pc:chgData name="Nikhith R" userId="f59e9bfba2dd160e" providerId="LiveId" clId="{EBF900D8-368E-4B0C-8633-5ACE7CB2F816}" dt="2025-05-01T09:24:22.887" v="602" actId="2696"/>
        <pc:sldMkLst>
          <pc:docMk/>
          <pc:sldMk cId="1670113904" sldId="317"/>
        </pc:sldMkLst>
      </pc:sldChg>
      <pc:sldChg chg="modSp add mod ord">
        <pc:chgData name="Nikhith R" userId="f59e9bfba2dd160e" providerId="LiveId" clId="{EBF900D8-368E-4B0C-8633-5ACE7CB2F816}" dt="2025-05-01T09:25:58.266" v="636" actId="20577"/>
        <pc:sldMkLst>
          <pc:docMk/>
          <pc:sldMk cId="782632398" sldId="318"/>
        </pc:sldMkLst>
        <pc:spChg chg="mod">
          <ac:chgData name="Nikhith R" userId="f59e9bfba2dd160e" providerId="LiveId" clId="{EBF900D8-368E-4B0C-8633-5ACE7CB2F816}" dt="2025-05-01T09:24:37.716" v="626" actId="20577"/>
          <ac:spMkLst>
            <pc:docMk/>
            <pc:sldMk cId="782632398" sldId="318"/>
            <ac:spMk id="2" creationId="{11722F4C-E228-B469-DCD7-656947238DD4}"/>
          </ac:spMkLst>
        </pc:spChg>
        <pc:spChg chg="mod">
          <ac:chgData name="Nikhith R" userId="f59e9bfba2dd160e" providerId="LiveId" clId="{EBF900D8-368E-4B0C-8633-5ACE7CB2F816}" dt="2025-05-01T09:25:58.266" v="636" actId="20577"/>
          <ac:spMkLst>
            <pc:docMk/>
            <pc:sldMk cId="782632398" sldId="318"/>
            <ac:spMk id="3" creationId="{4AE7B9ED-371D-6077-B0CD-40A973023A35}"/>
          </ac:spMkLst>
        </pc:spChg>
      </pc:sldChg>
      <pc:sldChg chg="modSp add mod">
        <pc:chgData name="Nikhith R" userId="f59e9bfba2dd160e" providerId="LiveId" clId="{EBF900D8-368E-4B0C-8633-5ACE7CB2F816}" dt="2025-05-01T09:27:42.002" v="658" actId="14100"/>
        <pc:sldMkLst>
          <pc:docMk/>
          <pc:sldMk cId="4228580048" sldId="319"/>
        </pc:sldMkLst>
        <pc:spChg chg="mod">
          <ac:chgData name="Nikhith R" userId="f59e9bfba2dd160e" providerId="LiveId" clId="{EBF900D8-368E-4B0C-8633-5ACE7CB2F816}" dt="2025-05-01T09:27:42.002" v="658" actId="14100"/>
          <ac:spMkLst>
            <pc:docMk/>
            <pc:sldMk cId="4228580048" sldId="319"/>
            <ac:spMk id="3" creationId="{DD3CF3D0-E103-0D31-5A99-A334BD85AD98}"/>
          </ac:spMkLst>
        </pc:spChg>
      </pc:sldChg>
      <pc:sldChg chg="delSp modSp new mod">
        <pc:chgData name="Nikhith R" userId="f59e9bfba2dd160e" providerId="LiveId" clId="{EBF900D8-368E-4B0C-8633-5ACE7CB2F816}" dt="2025-05-01T09:29:58.680" v="693" actId="27636"/>
        <pc:sldMkLst>
          <pc:docMk/>
          <pc:sldMk cId="3951903669" sldId="320"/>
        </pc:sldMkLst>
        <pc:spChg chg="del">
          <ac:chgData name="Nikhith R" userId="f59e9bfba2dd160e" providerId="LiveId" clId="{EBF900D8-368E-4B0C-8633-5ACE7CB2F816}" dt="2025-05-01T09:28:17.106" v="660" actId="21"/>
          <ac:spMkLst>
            <pc:docMk/>
            <pc:sldMk cId="3951903669" sldId="320"/>
            <ac:spMk id="2" creationId="{96997ADE-72EF-C07D-0867-3337C05BD4F7}"/>
          </ac:spMkLst>
        </pc:spChg>
        <pc:spChg chg="mod">
          <ac:chgData name="Nikhith R" userId="f59e9bfba2dd160e" providerId="LiveId" clId="{EBF900D8-368E-4B0C-8633-5ACE7CB2F816}" dt="2025-05-01T09:29:58.680" v="693" actId="27636"/>
          <ac:spMkLst>
            <pc:docMk/>
            <pc:sldMk cId="3951903669" sldId="320"/>
            <ac:spMk id="3" creationId="{655046DB-9315-CADB-790A-FDC8EACBAB69}"/>
          </ac:spMkLst>
        </pc:spChg>
        <pc:spChg chg="del">
          <ac:chgData name="Nikhith R" userId="f59e9bfba2dd160e" providerId="LiveId" clId="{EBF900D8-368E-4B0C-8633-5ACE7CB2F816}" dt="2025-05-01T09:28:22.489" v="661" actId="21"/>
          <ac:spMkLst>
            <pc:docMk/>
            <pc:sldMk cId="3951903669" sldId="320"/>
            <ac:spMk id="4" creationId="{EF9229AF-311C-7522-D69B-74FC0B5CCECB}"/>
          </ac:spMkLst>
        </pc:spChg>
      </pc:sldChg>
      <pc:sldChg chg="addSp delSp modSp add mod">
        <pc:chgData name="Nikhith R" userId="f59e9bfba2dd160e" providerId="LiveId" clId="{EBF900D8-368E-4B0C-8633-5ACE7CB2F816}" dt="2025-05-01T09:31:56.383" v="717" actId="14100"/>
        <pc:sldMkLst>
          <pc:docMk/>
          <pc:sldMk cId="1941294182" sldId="321"/>
        </pc:sldMkLst>
        <pc:spChg chg="mod">
          <ac:chgData name="Nikhith R" userId="f59e9bfba2dd160e" providerId="LiveId" clId="{EBF900D8-368E-4B0C-8633-5ACE7CB2F816}" dt="2025-05-01T09:31:41.575" v="713" actId="14100"/>
          <ac:spMkLst>
            <pc:docMk/>
            <pc:sldMk cId="1941294182" sldId="321"/>
            <ac:spMk id="2" creationId="{A4144D2A-F4E5-BFC5-A6AE-2B691E406FB1}"/>
          </ac:spMkLst>
        </pc:spChg>
        <pc:spChg chg="add del mod">
          <ac:chgData name="Nikhith R" userId="f59e9bfba2dd160e" providerId="LiveId" clId="{EBF900D8-368E-4B0C-8633-5ACE7CB2F816}" dt="2025-05-01T09:30:54.556" v="697"/>
          <ac:spMkLst>
            <pc:docMk/>
            <pc:sldMk cId="1941294182" sldId="321"/>
            <ac:spMk id="3" creationId="{2E2514F1-B028-D044-E2D5-6D4229360110}"/>
          </ac:spMkLst>
        </pc:spChg>
        <pc:picChg chg="del">
          <ac:chgData name="Nikhith R" userId="f59e9bfba2dd160e" providerId="LiveId" clId="{EBF900D8-368E-4B0C-8633-5ACE7CB2F816}" dt="2025-05-01T09:30:28.464" v="695" actId="21"/>
          <ac:picMkLst>
            <pc:docMk/>
            <pc:sldMk cId="1941294182" sldId="321"/>
            <ac:picMk id="4098" creationId="{70D2A4F6-859C-23E6-8114-6FB668E0BCFD}"/>
          </ac:picMkLst>
        </pc:picChg>
        <pc:picChg chg="del">
          <ac:chgData name="Nikhith R" userId="f59e9bfba2dd160e" providerId="LiveId" clId="{EBF900D8-368E-4B0C-8633-5ACE7CB2F816}" dt="2025-05-01T09:30:31.019" v="696" actId="21"/>
          <ac:picMkLst>
            <pc:docMk/>
            <pc:sldMk cId="1941294182" sldId="321"/>
            <ac:picMk id="4100" creationId="{BC12318F-7126-D72E-1974-2350F7A2328B}"/>
          </ac:picMkLst>
        </pc:picChg>
        <pc:picChg chg="add mod">
          <ac:chgData name="Nikhith R" userId="f59e9bfba2dd160e" providerId="LiveId" clId="{EBF900D8-368E-4B0C-8633-5ACE7CB2F816}" dt="2025-05-01T09:31:56.383" v="717" actId="14100"/>
          <ac:picMkLst>
            <pc:docMk/>
            <pc:sldMk cId="1941294182" sldId="321"/>
            <ac:picMk id="8194" creationId="{910E1E0F-1010-D7FB-F03D-67B6746BBB26}"/>
          </ac:picMkLst>
        </pc:picChg>
      </pc:sldChg>
      <pc:sldChg chg="addSp delSp modSp new mod">
        <pc:chgData name="Nikhith R" userId="f59e9bfba2dd160e" providerId="LiveId" clId="{EBF900D8-368E-4B0C-8633-5ACE7CB2F816}" dt="2025-05-01T09:32:58.305" v="730" actId="14100"/>
        <pc:sldMkLst>
          <pc:docMk/>
          <pc:sldMk cId="3448233603" sldId="322"/>
        </pc:sldMkLst>
        <pc:spChg chg="del">
          <ac:chgData name="Nikhith R" userId="f59e9bfba2dd160e" providerId="LiveId" clId="{EBF900D8-368E-4B0C-8633-5ACE7CB2F816}" dt="2025-05-01T09:32:06.387" v="719" actId="21"/>
          <ac:spMkLst>
            <pc:docMk/>
            <pc:sldMk cId="3448233603" sldId="322"/>
            <ac:spMk id="2" creationId="{5FCA699B-D513-C362-A90A-B0514A9C6B2C}"/>
          </ac:spMkLst>
        </pc:spChg>
        <pc:spChg chg="del">
          <ac:chgData name="Nikhith R" userId="f59e9bfba2dd160e" providerId="LiveId" clId="{EBF900D8-368E-4B0C-8633-5ACE7CB2F816}" dt="2025-05-01T09:32:30.770" v="721"/>
          <ac:spMkLst>
            <pc:docMk/>
            <pc:sldMk cId="3448233603" sldId="322"/>
            <ac:spMk id="3" creationId="{64D7DCC1-F876-F57A-1AC2-B605CBE70F9F}"/>
          </ac:spMkLst>
        </pc:spChg>
        <pc:spChg chg="del">
          <ac:chgData name="Nikhith R" userId="f59e9bfba2dd160e" providerId="LiveId" clId="{EBF900D8-368E-4B0C-8633-5ACE7CB2F816}" dt="2025-05-01T09:32:11.936" v="720" actId="21"/>
          <ac:spMkLst>
            <pc:docMk/>
            <pc:sldMk cId="3448233603" sldId="322"/>
            <ac:spMk id="4" creationId="{058C1855-B857-C7C6-0FEA-6C8C62FE3C96}"/>
          </ac:spMkLst>
        </pc:spChg>
        <pc:picChg chg="add mod">
          <ac:chgData name="Nikhith R" userId="f59e9bfba2dd160e" providerId="LiveId" clId="{EBF900D8-368E-4B0C-8633-5ACE7CB2F816}" dt="2025-05-01T09:32:58.305" v="730" actId="14100"/>
          <ac:picMkLst>
            <pc:docMk/>
            <pc:sldMk cId="3448233603" sldId="322"/>
            <ac:picMk id="9218" creationId="{87FD32EF-B910-8F19-2022-25A135A6DC2E}"/>
          </ac:picMkLst>
        </pc:picChg>
      </pc:sldChg>
      <pc:sldChg chg="addSp delSp modSp add">
        <pc:chgData name="Nikhith R" userId="f59e9bfba2dd160e" providerId="LiveId" clId="{EBF900D8-368E-4B0C-8633-5ACE7CB2F816}" dt="2025-05-01T09:33:50.607" v="740" actId="1076"/>
        <pc:sldMkLst>
          <pc:docMk/>
          <pc:sldMk cId="1894214999" sldId="323"/>
        </pc:sldMkLst>
        <pc:spChg chg="add del mod">
          <ac:chgData name="Nikhith R" userId="f59e9bfba2dd160e" providerId="LiveId" clId="{EBF900D8-368E-4B0C-8633-5ACE7CB2F816}" dt="2025-05-01T09:33:26.670" v="733"/>
          <ac:spMkLst>
            <pc:docMk/>
            <pc:sldMk cId="1894214999" sldId="323"/>
            <ac:spMk id="2" creationId="{10593835-4720-E37C-96A4-BB917DE3E036}"/>
          </ac:spMkLst>
        </pc:spChg>
        <pc:picChg chg="del">
          <ac:chgData name="Nikhith R" userId="f59e9bfba2dd160e" providerId="LiveId" clId="{EBF900D8-368E-4B0C-8633-5ACE7CB2F816}" dt="2025-05-01T09:33:15.617" v="732" actId="21"/>
          <ac:picMkLst>
            <pc:docMk/>
            <pc:sldMk cId="1894214999" sldId="323"/>
            <ac:picMk id="9218" creationId="{F6F1B6EB-81F7-14BF-6B24-6A65A89380F9}"/>
          </ac:picMkLst>
        </pc:picChg>
        <pc:picChg chg="add mod">
          <ac:chgData name="Nikhith R" userId="f59e9bfba2dd160e" providerId="LiveId" clId="{EBF900D8-368E-4B0C-8633-5ACE7CB2F816}" dt="2025-05-01T09:33:50.607" v="740" actId="1076"/>
          <ac:picMkLst>
            <pc:docMk/>
            <pc:sldMk cId="1894214999" sldId="323"/>
            <ac:picMk id="10242" creationId="{AC5F8DB1-7365-3A0F-015F-E86E4A7DFBA3}"/>
          </ac:picMkLst>
        </pc:picChg>
      </pc:sldChg>
      <pc:sldChg chg="addSp delSp modSp add">
        <pc:chgData name="Nikhith R" userId="f59e9bfba2dd160e" providerId="LiveId" clId="{EBF900D8-368E-4B0C-8633-5ACE7CB2F816}" dt="2025-05-01T09:35:09.238" v="753" actId="14100"/>
        <pc:sldMkLst>
          <pc:docMk/>
          <pc:sldMk cId="3470504733" sldId="324"/>
        </pc:sldMkLst>
        <pc:spChg chg="add del mod">
          <ac:chgData name="Nikhith R" userId="f59e9bfba2dd160e" providerId="LiveId" clId="{EBF900D8-368E-4B0C-8633-5ACE7CB2F816}" dt="2025-05-01T09:34:42.010" v="743"/>
          <ac:spMkLst>
            <pc:docMk/>
            <pc:sldMk cId="3470504733" sldId="324"/>
            <ac:spMk id="2" creationId="{79E52E70-80E7-A483-B0DB-8F41E825C55E}"/>
          </ac:spMkLst>
        </pc:spChg>
        <pc:picChg chg="del">
          <ac:chgData name="Nikhith R" userId="f59e9bfba2dd160e" providerId="LiveId" clId="{EBF900D8-368E-4B0C-8633-5ACE7CB2F816}" dt="2025-05-01T09:34:23.032" v="742" actId="21"/>
          <ac:picMkLst>
            <pc:docMk/>
            <pc:sldMk cId="3470504733" sldId="324"/>
            <ac:picMk id="10242" creationId="{D346EE5C-04D4-F16E-6CBF-28B5663D13BF}"/>
          </ac:picMkLst>
        </pc:picChg>
        <pc:picChg chg="add mod">
          <ac:chgData name="Nikhith R" userId="f59e9bfba2dd160e" providerId="LiveId" clId="{EBF900D8-368E-4B0C-8633-5ACE7CB2F816}" dt="2025-05-01T09:35:09.238" v="753" actId="14100"/>
          <ac:picMkLst>
            <pc:docMk/>
            <pc:sldMk cId="3470504733" sldId="324"/>
            <ac:picMk id="11266" creationId="{EA328A78-8F9E-22F5-7A8F-898EFC59E2E9}"/>
          </ac:picMkLst>
        </pc:picChg>
      </pc:sldChg>
      <pc:sldChg chg="addSp delSp modSp add">
        <pc:chgData name="Nikhith R" userId="f59e9bfba2dd160e" providerId="LiveId" clId="{EBF900D8-368E-4B0C-8633-5ACE7CB2F816}" dt="2025-05-01T09:36:17.330" v="767" actId="1035"/>
        <pc:sldMkLst>
          <pc:docMk/>
          <pc:sldMk cId="3072884701" sldId="325"/>
        </pc:sldMkLst>
        <pc:spChg chg="add del mod">
          <ac:chgData name="Nikhith R" userId="f59e9bfba2dd160e" providerId="LiveId" clId="{EBF900D8-368E-4B0C-8633-5ACE7CB2F816}" dt="2025-05-01T09:35:42.083" v="756"/>
          <ac:spMkLst>
            <pc:docMk/>
            <pc:sldMk cId="3072884701" sldId="325"/>
            <ac:spMk id="2" creationId="{B1D400F3-4A03-CAA9-7B26-21033AFA4CFE}"/>
          </ac:spMkLst>
        </pc:spChg>
        <pc:picChg chg="del">
          <ac:chgData name="Nikhith R" userId="f59e9bfba2dd160e" providerId="LiveId" clId="{EBF900D8-368E-4B0C-8633-5ACE7CB2F816}" dt="2025-05-01T09:35:33.368" v="755" actId="21"/>
          <ac:picMkLst>
            <pc:docMk/>
            <pc:sldMk cId="3072884701" sldId="325"/>
            <ac:picMk id="11266" creationId="{AAC5B55B-A979-B587-C767-CACD27BD3B00}"/>
          </ac:picMkLst>
        </pc:picChg>
        <pc:picChg chg="add mod">
          <ac:chgData name="Nikhith R" userId="f59e9bfba2dd160e" providerId="LiveId" clId="{EBF900D8-368E-4B0C-8633-5ACE7CB2F816}" dt="2025-05-01T09:36:17.330" v="767" actId="1035"/>
          <ac:picMkLst>
            <pc:docMk/>
            <pc:sldMk cId="3072884701" sldId="325"/>
            <ac:picMk id="12290" creationId="{FF350A73-DB0C-FF6D-DE4E-34B23CC9031F}"/>
          </ac:picMkLst>
        </pc:picChg>
      </pc:sldChg>
      <pc:sldChg chg="modSp add mod">
        <pc:chgData name="Nikhith R" userId="f59e9bfba2dd160e" providerId="LiveId" clId="{EBF900D8-368E-4B0C-8633-5ACE7CB2F816}" dt="2025-05-01T09:37:32.834" v="778" actId="14100"/>
        <pc:sldMkLst>
          <pc:docMk/>
          <pc:sldMk cId="691013791" sldId="326"/>
        </pc:sldMkLst>
        <pc:spChg chg="mod">
          <ac:chgData name="Nikhith R" userId="f59e9bfba2dd160e" providerId="LiveId" clId="{EBF900D8-368E-4B0C-8633-5ACE7CB2F816}" dt="2025-05-01T09:37:32.834" v="778" actId="14100"/>
          <ac:spMkLst>
            <pc:docMk/>
            <pc:sldMk cId="691013791" sldId="326"/>
            <ac:spMk id="3" creationId="{78C8DB8B-1A3F-D8C0-8EA2-5B1140738E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5/1/2025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5/1/2025</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3</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1A9DF-8C37-CCFD-1DD2-4192974C9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7737C-F5B1-1C8C-8DA1-A823467B3A78}"/>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878FCCD-DAAB-9261-946F-10733F2221CB}"/>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59569CE3-8DE7-7A4B-F8B3-559E673D43A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12</a:t>
            </a:fld>
            <a:endParaRPr lang="en-US" altLang="zh-CN" dirty="0"/>
          </a:p>
        </p:txBody>
      </p:sp>
    </p:spTree>
    <p:extLst>
      <p:ext uri="{BB962C8B-B14F-4D97-AF65-F5344CB8AC3E}">
        <p14:creationId xmlns:p14="http://schemas.microsoft.com/office/powerpoint/2010/main" val="1853112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D6E91-3451-D54B-A4F4-611127563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4CAF5-69FC-71E9-0B59-9F3DDEF40A1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246AD8D-9034-6A47-03C6-9DF9B702596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A973944-04F7-30B0-4CCE-323A02B394F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21</a:t>
            </a:fld>
            <a:endParaRPr lang="en-US" altLang="zh-CN" dirty="0"/>
          </a:p>
        </p:txBody>
      </p:sp>
    </p:spTree>
    <p:extLst>
      <p:ext uri="{BB962C8B-B14F-4D97-AF65-F5344CB8AC3E}">
        <p14:creationId xmlns:p14="http://schemas.microsoft.com/office/powerpoint/2010/main" val="1602078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31</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69" r:id="rId4"/>
    <p:sldLayoutId id="2147483655" r:id="rId5"/>
    <p:sldLayoutId id="2147483651" r:id="rId6"/>
    <p:sldLayoutId id="2147483662" r:id="rId7"/>
    <p:sldLayoutId id="2147483672" r:id="rId8"/>
    <p:sldLayoutId id="2147483673" r:id="rId9"/>
    <p:sldLayoutId id="2147483653" r:id="rId10"/>
    <p:sldLayoutId id="2147483663" r:id="rId11"/>
    <p:sldLayoutId id="2147483665" r:id="rId12"/>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2122414"/>
            <a:ext cx="5145802" cy="1900945"/>
          </a:xfrm>
        </p:spPr>
        <p:txBody>
          <a:bodyPr lIns="0" anchor="b" anchorCtr="0"/>
          <a:lstStyle/>
          <a:p>
            <a:r>
              <a:rPr lang="en-US" dirty="0">
                <a:latin typeface="Times New Roman" panose="02020603050405020304" pitchFamily="18" charset="0"/>
                <a:cs typeface="Times New Roman" panose="02020603050405020304" pitchFamily="18" charset="0"/>
              </a:rPr>
              <a:t>Internship    Report</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3"/>
            <a:ext cx="5029200" cy="1305927"/>
          </a:xfrm>
        </p:spPr>
        <p:txBody>
          <a:bodyPr>
            <a:normAutofit fontScale="92500" lnSpcReduction="10000"/>
          </a:bodyPr>
          <a:lstStyle/>
          <a:p>
            <a:r>
              <a:rPr lang="en-US" dirty="0"/>
              <a:t>Nikhith Ramesh Waddodagi</a:t>
            </a:r>
          </a:p>
          <a:p>
            <a:r>
              <a:rPr lang="en-US" dirty="0"/>
              <a:t>UMID13032522816</a:t>
            </a:r>
          </a:p>
          <a:p>
            <a:r>
              <a:rPr lang="en-US" dirty="0"/>
              <a:t>Data Analyst Intern</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pic>
        <p:nvPicPr>
          <p:cNvPr id="1026" name="Picture 2" descr="Unified Mentor (@_unifiedmentor) • Instagram photos and videos">
            <a:extLst>
              <a:ext uri="{FF2B5EF4-FFF2-40B4-BE49-F238E27FC236}">
                <a16:creationId xmlns:a16="http://schemas.microsoft.com/office/drawing/2014/main" id="{73189519-5225-3DE8-5192-FE7E47E5F2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4292" y="313190"/>
            <a:ext cx="4031716" cy="2228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latin typeface="Times New Roman" panose="02020603050405020304" pitchFamily="18" charset="0"/>
                <a:cs typeface="Times New Roman" panose="02020603050405020304" pitchFamily="18" charset="0"/>
              </a:rPr>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4" y="3429000"/>
            <a:ext cx="3816787" cy="2518794"/>
          </a:xfrm>
        </p:spPr>
        <p:txBody>
          <a:bodyPr anchor="t" anchorCtr="0"/>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Technologies used</a:t>
            </a:r>
          </a:p>
          <a:p>
            <a:r>
              <a:rPr lang="en-US" dirty="0">
                <a:latin typeface="Times New Roman" panose="02020603050405020304" pitchFamily="18" charset="0"/>
                <a:cs typeface="Times New Roman" panose="02020603050405020304" pitchFamily="18" charset="0"/>
              </a:rPr>
              <a:t>Results</a:t>
            </a:r>
          </a:p>
          <a:p>
            <a:r>
              <a:rPr lang="en-US" dirty="0">
                <a:latin typeface="Times New Roman" panose="02020603050405020304" pitchFamily="18" charset="0"/>
                <a:cs typeface="Times New Roman" panose="02020603050405020304" pitchFamily="18" charset="0"/>
              </a:rPr>
              <a:t>Conclusion</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3</a:t>
            </a:fld>
            <a:endParaRPr lang="en-US" altLang="zh-CN" noProof="0" dirty="0"/>
          </a:p>
        </p:txBody>
      </p:sp>
      <p:sp>
        <p:nvSpPr>
          <p:cNvPr id="5" name="Title 4">
            <a:extLst>
              <a:ext uri="{FF2B5EF4-FFF2-40B4-BE49-F238E27FC236}">
                <a16:creationId xmlns:a16="http://schemas.microsoft.com/office/drawing/2014/main" id="{7EF3F6BB-825D-FE33-BCC1-A4C1643F2E54}"/>
              </a:ext>
            </a:extLst>
          </p:cNvPr>
          <p:cNvSpPr>
            <a:spLocks noGrp="1"/>
          </p:cNvSpPr>
          <p:nvPr>
            <p:ph type="title"/>
          </p:nvPr>
        </p:nvSpPr>
        <p:spPr>
          <a:xfrm>
            <a:off x="914399" y="436228"/>
            <a:ext cx="9521506" cy="746620"/>
          </a:xfrm>
        </p:spPr>
        <p:txBody>
          <a:bodyPr/>
          <a:lstStyle/>
          <a:p>
            <a:r>
              <a:rPr lang="en-US" dirty="0">
                <a:solidFill>
                  <a:srgbClr val="D84400"/>
                </a:solidFill>
                <a:latin typeface="Times New Roman" panose="02020603050405020304" pitchFamily="18" charset="0"/>
                <a:cs typeface="Times New Roman" panose="02020603050405020304" pitchFamily="18" charset="0"/>
              </a:rPr>
              <a:t>1) Coca Cola Stock - Live and Updated</a:t>
            </a:r>
            <a:endParaRPr lang="en-IN" dirty="0">
              <a:solidFill>
                <a:srgbClr val="D84400"/>
              </a:solidFill>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3699E62A-3876-E92C-7663-71FC51408805}"/>
              </a:ext>
            </a:extLst>
          </p:cNvPr>
          <p:cNvSpPr>
            <a:spLocks noGrp="1"/>
          </p:cNvSpPr>
          <p:nvPr>
            <p:ph idx="30"/>
          </p:nvPr>
        </p:nvSpPr>
        <p:spPr>
          <a:xfrm>
            <a:off x="914400" y="1090569"/>
            <a:ext cx="9597006" cy="5026767"/>
          </a:xfrm>
        </p:spPr>
        <p:txBody>
          <a:bodyPr>
            <a:normAutofit/>
          </a:bodyPr>
          <a:lstStyle/>
          <a:p>
            <a:pPr marL="0" indent="0">
              <a:buNone/>
            </a:pPr>
            <a:r>
              <a:rPr lang="en-US" sz="4000" dirty="0">
                <a:latin typeface="Times New Roman" panose="02020603050405020304" pitchFamily="18" charset="0"/>
                <a:cs typeface="Times New Roman" panose="02020603050405020304" pitchFamily="18" charset="0"/>
              </a:rPr>
              <a:t>Abstract</a:t>
            </a:r>
          </a:p>
          <a:p>
            <a:r>
              <a:rPr lang="en-US" sz="2000" dirty="0">
                <a:latin typeface="Times New Roman" panose="02020603050405020304" pitchFamily="18" charset="0"/>
                <a:cs typeface="Times New Roman" panose="02020603050405020304" pitchFamily="18" charset="0"/>
              </a:rPr>
              <a:t>This report presents a comprehensive real-time analysis of The Coca-Cola Company's stock (NYSE: KO), offering up-to-date insights into its market performance, volatility trends, historical price patterns, and key financial indicators. </a:t>
            </a:r>
          </a:p>
          <a:p>
            <a:r>
              <a:rPr lang="en-US" sz="2000" dirty="0">
                <a:latin typeface="Times New Roman" panose="02020603050405020304" pitchFamily="18" charset="0"/>
                <a:cs typeface="Times New Roman" panose="02020603050405020304" pitchFamily="18" charset="0"/>
              </a:rPr>
              <a:t>Utilizing live data feeds, the report monitors stock fluctuations and integrates technical indicators such as moving averages, RSI, and trading volume to assess market sentiment and momentum.</a:t>
            </a:r>
          </a:p>
          <a:p>
            <a:r>
              <a:rPr lang="en-US" sz="2000" dirty="0">
                <a:latin typeface="Times New Roman" panose="02020603050405020304" pitchFamily="18" charset="0"/>
                <a:cs typeface="Times New Roman" panose="02020603050405020304" pitchFamily="18" charset="0"/>
              </a:rPr>
              <a:t> Additionally, macroeconomic factors, industry benchmarks, and recent corporate developments are examined to provide context to stock movements.</a:t>
            </a:r>
          </a:p>
          <a:p>
            <a:r>
              <a:rPr lang="en-US" sz="2000" dirty="0">
                <a:latin typeface="Times New Roman" panose="02020603050405020304" pitchFamily="18" charset="0"/>
                <a:cs typeface="Times New Roman" panose="02020603050405020304" pitchFamily="18" charset="0"/>
              </a:rPr>
              <a:t> This analysis serves as a valuable tool for investors, financial analysts, and stakeholders seeking to make informed decisions regarding Coca-Cola’s equity performance in the dynamic landscape of the global beverage industry.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6021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231D8C-5C7D-BFD9-19A4-7628C1400A37}"/>
              </a:ext>
            </a:extLst>
          </p:cNvPr>
          <p:cNvSpPr>
            <a:spLocks noGrp="1"/>
          </p:cNvSpPr>
          <p:nvPr>
            <p:ph type="sldNum" sz="quarter" idx="12"/>
          </p:nvPr>
        </p:nvSpPr>
        <p:spPr/>
        <p:txBody>
          <a:bodyPr/>
          <a:lstStyle/>
          <a:p>
            <a:fld id="{CBD12358-51D2-46B3-9BDE-DF29528B9454}" type="slidenum">
              <a:rPr lang="en-US" smtClean="0"/>
              <a:t>4</a:t>
            </a:fld>
            <a:endParaRPr lang="en-US" dirty="0"/>
          </a:p>
        </p:txBody>
      </p:sp>
      <p:sp>
        <p:nvSpPr>
          <p:cNvPr id="5" name="Title 4">
            <a:extLst>
              <a:ext uri="{FF2B5EF4-FFF2-40B4-BE49-F238E27FC236}">
                <a16:creationId xmlns:a16="http://schemas.microsoft.com/office/drawing/2014/main" id="{2FDAF387-7D01-829F-D143-8DC832B58F03}"/>
              </a:ext>
            </a:extLst>
          </p:cNvPr>
          <p:cNvSpPr>
            <a:spLocks noGrp="1"/>
          </p:cNvSpPr>
          <p:nvPr>
            <p:ph type="title"/>
          </p:nvPr>
        </p:nvSpPr>
        <p:spPr>
          <a:xfrm>
            <a:off x="914400" y="595618"/>
            <a:ext cx="8917498" cy="880844"/>
          </a:xfrm>
        </p:spPr>
        <p:txBody>
          <a:bodyPr>
            <a:normAutofit/>
          </a:bodyPr>
          <a:lstStyle/>
          <a:p>
            <a:r>
              <a:rPr lang="en-US" sz="4000" dirty="0">
                <a:latin typeface="Times New Roman" panose="02020603050405020304" pitchFamily="18" charset="0"/>
                <a:cs typeface="Times New Roman" panose="02020603050405020304" pitchFamily="18" charset="0"/>
              </a:rPr>
              <a:t>Introduction</a:t>
            </a:r>
            <a:endParaRPr lang="en-IN" sz="40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26755630-7C7B-7812-222F-C06C30D476FC}"/>
              </a:ext>
            </a:extLst>
          </p:cNvPr>
          <p:cNvSpPr>
            <a:spLocks noGrp="1"/>
          </p:cNvSpPr>
          <p:nvPr>
            <p:ph idx="14"/>
          </p:nvPr>
        </p:nvSpPr>
        <p:spPr>
          <a:xfrm>
            <a:off x="914399" y="1812021"/>
            <a:ext cx="10279769" cy="4450361"/>
          </a:xfrm>
        </p:spPr>
        <p:txBody>
          <a:bodyPr>
            <a:noAutofit/>
          </a:bodyPr>
          <a:lstStyle/>
          <a:p>
            <a:r>
              <a:rPr lang="en-US" sz="2000" dirty="0">
                <a:latin typeface="Times New Roman" panose="02020603050405020304" pitchFamily="18" charset="0"/>
                <a:cs typeface="Times New Roman" panose="02020603050405020304" pitchFamily="18" charset="0"/>
              </a:rPr>
              <a:t>The Coca-Cola Company (NYSE: KO) stands as one of the most iconic and widely recognized brands in the global beverage industry.</a:t>
            </a:r>
          </a:p>
          <a:p>
            <a:r>
              <a:rPr lang="en-US" sz="2000" dirty="0">
                <a:latin typeface="Times New Roman" panose="02020603050405020304" pitchFamily="18" charset="0"/>
                <a:cs typeface="Times New Roman" panose="02020603050405020304" pitchFamily="18" charset="0"/>
              </a:rPr>
              <a:t>As a major player with a long-standing presence in the stock market, Coca-Cola's equity performance attracts significant attention from investors, analysts, and market watchers.</a:t>
            </a:r>
          </a:p>
          <a:p>
            <a:r>
              <a:rPr lang="en-US" sz="2000" dirty="0">
                <a:latin typeface="Times New Roman" panose="02020603050405020304" pitchFamily="18" charset="0"/>
                <a:cs typeface="Times New Roman" panose="02020603050405020304" pitchFamily="18" charset="0"/>
              </a:rPr>
              <a:t>In an era where real-time data and dynamic market conditions influence decision-making, continuous monitoring and analysis of stock behavior have become essential.</a:t>
            </a:r>
          </a:p>
          <a:p>
            <a:r>
              <a:rPr lang="en-US" sz="2000" dirty="0">
                <a:latin typeface="Times New Roman" panose="02020603050405020304" pitchFamily="18" charset="0"/>
                <a:cs typeface="Times New Roman" panose="02020603050405020304" pitchFamily="18" charset="0"/>
              </a:rPr>
              <a:t>This report aims to deliver an in-depth, live, and continuously updated analysis of Coca-Cola’s stock, incorporating a mix of technical indicators, price trends, trading volumes, and financial metrics.</a:t>
            </a:r>
          </a:p>
          <a:p>
            <a:r>
              <a:rPr lang="en-US" sz="2000" dirty="0">
                <a:latin typeface="Times New Roman" panose="02020603050405020304" pitchFamily="18" charset="0"/>
                <a:cs typeface="Times New Roman" panose="02020603050405020304" pitchFamily="18" charset="0"/>
              </a:rPr>
              <a:t>It also examines external factors such as macroeconomic developments, industry shifts, and company-specific news that may impact stock performance.</a:t>
            </a:r>
          </a:p>
        </p:txBody>
      </p:sp>
    </p:spTree>
    <p:extLst>
      <p:ext uri="{BB962C8B-B14F-4D97-AF65-F5344CB8AC3E}">
        <p14:creationId xmlns:p14="http://schemas.microsoft.com/office/powerpoint/2010/main" val="3604630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399" y="360727"/>
            <a:ext cx="7524925" cy="906011"/>
          </a:xfrm>
        </p:spPr>
        <p:txBody>
          <a:bodyPr>
            <a:normAutofit/>
          </a:bodyPr>
          <a:lstStyle/>
          <a:p>
            <a:r>
              <a:rPr lang="en-US" sz="4000" dirty="0">
                <a:latin typeface="Times New Roman" panose="02020603050405020304" pitchFamily="18" charset="0"/>
                <a:cs typeface="Times New Roman" panose="02020603050405020304" pitchFamily="18" charset="0"/>
              </a:rPr>
              <a:t>Technologies used</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5</a:t>
            </a:fld>
            <a:endParaRPr lang="en-US" altLang="zh-CN" noProof="0" dirty="0"/>
          </a:p>
        </p:txBody>
      </p:sp>
      <p:sp>
        <p:nvSpPr>
          <p:cNvPr id="3" name="Text Placeholder 43">
            <a:extLst>
              <a:ext uri="{FF2B5EF4-FFF2-40B4-BE49-F238E27FC236}">
                <a16:creationId xmlns:a16="http://schemas.microsoft.com/office/drawing/2014/main" id="{B6CC49DB-482A-6B41-2D3E-30027C2DB5F0}"/>
              </a:ext>
            </a:extLst>
          </p:cNvPr>
          <p:cNvSpPr>
            <a:spLocks noGrp="1"/>
          </p:cNvSpPr>
          <p:nvPr>
            <p:ph idx="1"/>
          </p:nvPr>
        </p:nvSpPr>
        <p:spPr>
          <a:xfrm>
            <a:off x="539239" y="1342239"/>
            <a:ext cx="8839653" cy="5238551"/>
          </a:xfrm>
        </p:spPr>
        <p:txBody>
          <a:bodyPr>
            <a:normAutofit/>
          </a:bodyPr>
          <a:lstStyle/>
          <a:p>
            <a:pPr marL="342900" indent="-342900">
              <a:buAutoNum type="arabicPeriod"/>
            </a:pPr>
            <a:r>
              <a:rPr lang="en-IN" sz="2200" b="1" dirty="0">
                <a:latin typeface="Times New Roman" panose="02020603050405020304" pitchFamily="18" charset="0"/>
                <a:cs typeface="Times New Roman" panose="02020603050405020304" pitchFamily="18" charset="0"/>
              </a:rPr>
              <a:t>Data Collection: </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Yahoo Finance API : For fetching real-time and historical stock data.</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 Libraries like yfinance to access live and historical stock data. pandas_datareader to Retrieve financial data from sources like FRED.</a:t>
            </a:r>
          </a:p>
          <a:p>
            <a:endParaRPr lang="en-IN" sz="2000" dirty="0">
              <a:latin typeface="Times New Roman" panose="02020603050405020304" pitchFamily="18" charset="0"/>
              <a:cs typeface="Times New Roman" panose="02020603050405020304" pitchFamily="18" charset="0"/>
            </a:endParaRPr>
          </a:p>
          <a:p>
            <a:pPr>
              <a:buNone/>
            </a:pPr>
            <a:r>
              <a:rPr lang="en-IN" sz="2200" dirty="0">
                <a:latin typeface="Times New Roman" panose="02020603050405020304" pitchFamily="18" charset="0"/>
                <a:cs typeface="Times New Roman" panose="02020603050405020304" pitchFamily="18" charset="0"/>
              </a:rPr>
              <a:t>2. </a:t>
            </a:r>
            <a:r>
              <a:rPr lang="en-IN" sz="2200" b="1" dirty="0">
                <a:latin typeface="Times New Roman" panose="02020603050405020304" pitchFamily="18" charset="0"/>
                <a:cs typeface="Times New Roman" panose="02020603050405020304" pitchFamily="18" charset="0"/>
              </a:rPr>
              <a:t>Data Processing &amp; Analysis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 Core programming language for scripting and data manipulation.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Pandas: For structured data processing, aggregation, and transformation.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NumPy: For numerical operations and array manipulation.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Scikit-learn: For predictive modeling (e.g., regression, time series  forecasting).</a:t>
            </a:r>
          </a:p>
          <a:p>
            <a:pPr marL="34290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Statsmodels</a:t>
            </a:r>
            <a:r>
              <a:rPr lang="en-IN" sz="2000" dirty="0">
                <a:latin typeface="Times New Roman" panose="02020603050405020304" pitchFamily="18" charset="0"/>
                <a:cs typeface="Times New Roman" panose="02020603050405020304" pitchFamily="18" charset="0"/>
              </a:rPr>
              <a:t>: For statistical analysis and trend modeling.</a:t>
            </a:r>
          </a:p>
          <a:p>
            <a:endParaRPr lang="en-IN" dirty="0"/>
          </a:p>
        </p:txBody>
      </p:sp>
    </p:spTree>
    <p:extLst>
      <p:ext uri="{BB962C8B-B14F-4D97-AF65-F5344CB8AC3E}">
        <p14:creationId xmlns:p14="http://schemas.microsoft.com/office/powerpoint/2010/main" val="4182148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18AAA-802B-3AC3-6336-623D0B94F3F6}"/>
              </a:ext>
            </a:extLst>
          </p:cNvPr>
          <p:cNvSpPr>
            <a:spLocks noGrp="1"/>
          </p:cNvSpPr>
          <p:nvPr>
            <p:ph idx="1"/>
          </p:nvPr>
        </p:nvSpPr>
        <p:spPr>
          <a:xfrm>
            <a:off x="696287" y="528506"/>
            <a:ext cx="8355434" cy="6054539"/>
          </a:xfrm>
        </p:spPr>
        <p:txBody>
          <a:bodyPr>
            <a:normAutofit/>
          </a:bodyPr>
          <a:lstStyle/>
          <a:p>
            <a:pPr>
              <a:buNone/>
            </a:pPr>
            <a:r>
              <a:rPr lang="en-US" sz="2000" b="1" dirty="0">
                <a:latin typeface="Times New Roman" panose="02020603050405020304" pitchFamily="18" charset="0"/>
                <a:cs typeface="Times New Roman" panose="02020603050405020304" pitchFamily="18" charset="0"/>
              </a:rPr>
              <a:t>3. </a:t>
            </a:r>
            <a:r>
              <a:rPr lang="en-US" sz="2200" b="1" dirty="0">
                <a:latin typeface="Times New Roman" panose="02020603050405020304" pitchFamily="18" charset="0"/>
                <a:cs typeface="Times New Roman" panose="02020603050405020304" pitchFamily="18" charset="0"/>
              </a:rPr>
              <a:t>Data Visualization</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Matplotlib and Seaborn: For static plots and charts.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Plotly or Bokeh: For interactive dashboards and real-time data visuals.</a:t>
            </a:r>
          </a:p>
          <a:p>
            <a:endParaRPr lang="en-US" sz="2200" dirty="0">
              <a:latin typeface="Times New Roman" panose="02020603050405020304" pitchFamily="18" charset="0"/>
              <a:cs typeface="Times New Roman" panose="02020603050405020304" pitchFamily="18" charset="0"/>
            </a:endParaRPr>
          </a:p>
          <a:p>
            <a:pPr>
              <a:buNone/>
            </a:pPr>
            <a:r>
              <a:rPr lang="en-US" sz="2200" dirty="0">
                <a:latin typeface="Times New Roman" panose="02020603050405020304" pitchFamily="18" charset="0"/>
                <a:cs typeface="Times New Roman" panose="02020603050405020304" pitchFamily="18" charset="0"/>
              </a:rPr>
              <a:t>4</a:t>
            </a:r>
            <a:r>
              <a:rPr lang="en-US" sz="2200" b="1" dirty="0">
                <a:latin typeface="Times New Roman" panose="02020603050405020304" pitchFamily="18" charset="0"/>
                <a:cs typeface="Times New Roman" panose="02020603050405020304" pitchFamily="18" charset="0"/>
              </a:rPr>
              <a:t>. Storage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SQLite: To store historical data for deeper time-based analysis.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CSV/Excel: For lightweight local storage and exports.</a:t>
            </a:r>
          </a:p>
          <a:p>
            <a:endParaRPr lang="en-US" sz="2200" dirty="0">
              <a:latin typeface="Times New Roman" panose="02020603050405020304" pitchFamily="18" charset="0"/>
              <a:cs typeface="Times New Roman" panose="02020603050405020304" pitchFamily="18" charset="0"/>
            </a:endParaRPr>
          </a:p>
          <a:p>
            <a:pPr>
              <a:buNone/>
            </a:pPr>
            <a:r>
              <a:rPr lang="en-US" sz="2200" dirty="0">
                <a:latin typeface="Times New Roman" panose="02020603050405020304" pitchFamily="18" charset="0"/>
                <a:cs typeface="Times New Roman" panose="02020603050405020304" pitchFamily="18" charset="0"/>
              </a:rPr>
              <a:t>5. </a:t>
            </a:r>
            <a:r>
              <a:rPr lang="en-US" sz="2200" b="1" dirty="0">
                <a:latin typeface="Times New Roman" panose="02020603050405020304" pitchFamily="18" charset="0"/>
                <a:cs typeface="Times New Roman" panose="02020603050405020304" pitchFamily="18" charset="0"/>
              </a:rPr>
              <a:t>Deployment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Git/GitHub: For version control and collaboration.</a:t>
            </a:r>
          </a:p>
          <a:p>
            <a:endParaRPr lang="en-IN" dirty="0"/>
          </a:p>
        </p:txBody>
      </p:sp>
      <p:sp>
        <p:nvSpPr>
          <p:cNvPr id="5" name="Slide Number Placeholder 4">
            <a:extLst>
              <a:ext uri="{FF2B5EF4-FFF2-40B4-BE49-F238E27FC236}">
                <a16:creationId xmlns:a16="http://schemas.microsoft.com/office/drawing/2014/main" id="{79F890DD-F058-4966-111F-32BB17D021E9}"/>
              </a:ext>
            </a:extLst>
          </p:cNvPr>
          <p:cNvSpPr>
            <a:spLocks noGrp="1"/>
          </p:cNvSpPr>
          <p:nvPr>
            <p:ph type="sldNum" sz="quarter" idx="55"/>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1735850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12"/>
          </p:nvPr>
        </p:nvSpPr>
        <p:spPr/>
        <p:txBody>
          <a:bodyPr/>
          <a:lstStyle/>
          <a:p>
            <a:fld id="{CBD12358-51D2-46B3-9BDE-DF29528B9454}" type="slidenum">
              <a:rPr lang="en-US" smtClean="0"/>
              <a:t>7</a:t>
            </a:fld>
            <a:endParaRPr lang="en-US" dirty="0"/>
          </a:p>
        </p:txBody>
      </p:sp>
      <p:sp>
        <p:nvSpPr>
          <p:cNvPr id="7" name="Title 6">
            <a:extLst>
              <a:ext uri="{FF2B5EF4-FFF2-40B4-BE49-F238E27FC236}">
                <a16:creationId xmlns:a16="http://schemas.microsoft.com/office/drawing/2014/main" id="{2E53A657-C1AE-AC90-7185-BDD1ACED3B3E}"/>
              </a:ext>
            </a:extLst>
          </p:cNvPr>
          <p:cNvSpPr>
            <a:spLocks noGrp="1"/>
          </p:cNvSpPr>
          <p:nvPr>
            <p:ph type="title"/>
          </p:nvPr>
        </p:nvSpPr>
        <p:spPr>
          <a:xfrm>
            <a:off x="914399" y="486562"/>
            <a:ext cx="9479561" cy="838900"/>
          </a:xfrm>
        </p:spPr>
        <p:txBody>
          <a:bodyPr>
            <a:normAutofit/>
          </a:bodyPr>
          <a:lstStyle/>
          <a:p>
            <a:r>
              <a:rPr lang="en-US" sz="4000" dirty="0">
                <a:latin typeface="Times New Roman" panose="02020603050405020304" pitchFamily="18" charset="0"/>
                <a:cs typeface="Times New Roman" panose="02020603050405020304" pitchFamily="18" charset="0"/>
              </a:rPr>
              <a:t>Results</a:t>
            </a:r>
            <a:endParaRPr lang="en-IN" dirty="0"/>
          </a:p>
        </p:txBody>
      </p:sp>
      <p:pic>
        <p:nvPicPr>
          <p:cNvPr id="2" name="Content Placeholder 1">
            <a:extLst>
              <a:ext uri="{FF2B5EF4-FFF2-40B4-BE49-F238E27FC236}">
                <a16:creationId xmlns:a16="http://schemas.microsoft.com/office/drawing/2014/main" id="{7997928E-4C7E-3860-9D0C-5B91B10812EA}"/>
              </a:ext>
            </a:extLst>
          </p:cNvPr>
          <p:cNvPicPr>
            <a:picLocks noGrp="1" noChangeAspect="1"/>
          </p:cNvPicPr>
          <p:nvPr>
            <p:ph idx="14"/>
          </p:nvPr>
        </p:nvPicPr>
        <p:blipFill>
          <a:blip r:embed="rId2"/>
          <a:stretch>
            <a:fillRect/>
          </a:stretch>
        </p:blipFill>
        <p:spPr>
          <a:xfrm>
            <a:off x="1356219" y="1325462"/>
            <a:ext cx="9479561" cy="4919660"/>
          </a:xfrm>
          <a:prstGeom prst="rect">
            <a:avLst/>
          </a:prstGeom>
        </p:spPr>
      </p:pic>
    </p:spTree>
    <p:extLst>
      <p:ext uri="{BB962C8B-B14F-4D97-AF65-F5344CB8AC3E}">
        <p14:creationId xmlns:p14="http://schemas.microsoft.com/office/powerpoint/2010/main" val="4259977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4003247-D3CE-33A9-91BB-94C3E1EF79F7}"/>
              </a:ext>
            </a:extLst>
          </p:cNvPr>
          <p:cNvSpPr>
            <a:spLocks noGrp="1"/>
          </p:cNvSpPr>
          <p:nvPr>
            <p:ph type="sldNum" sz="quarter" idx="12"/>
          </p:nvPr>
        </p:nvSpPr>
        <p:spPr/>
        <p:txBody>
          <a:bodyPr/>
          <a:lstStyle/>
          <a:p>
            <a:fld id="{CBD12358-51D2-46B3-9BDE-DF29528B9454}" type="slidenum">
              <a:rPr lang="en-US" smtClean="0"/>
              <a:t>8</a:t>
            </a:fld>
            <a:endParaRPr lang="en-US" dirty="0"/>
          </a:p>
        </p:txBody>
      </p:sp>
      <p:pic>
        <p:nvPicPr>
          <p:cNvPr id="1026" name="Picture 2">
            <a:extLst>
              <a:ext uri="{FF2B5EF4-FFF2-40B4-BE49-F238E27FC236}">
                <a16:creationId xmlns:a16="http://schemas.microsoft.com/office/drawing/2014/main" id="{A4BE4393-216F-D787-D985-AA4755F5F96B}"/>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350627" y="570168"/>
            <a:ext cx="9613783" cy="5427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5529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9C6ABC2-BF69-0972-3588-EA028790AAB4}"/>
              </a:ext>
            </a:extLst>
          </p:cNvPr>
          <p:cNvSpPr>
            <a:spLocks noGrp="1"/>
          </p:cNvSpPr>
          <p:nvPr>
            <p:ph type="sldNum" sz="quarter" idx="12"/>
          </p:nvPr>
        </p:nvSpPr>
        <p:spPr/>
        <p:txBody>
          <a:bodyPr/>
          <a:lstStyle/>
          <a:p>
            <a:fld id="{CBD12358-51D2-46B3-9BDE-DF29528B9454}" type="slidenum">
              <a:rPr lang="en-US" smtClean="0"/>
              <a:t>9</a:t>
            </a:fld>
            <a:endParaRPr lang="en-US" dirty="0"/>
          </a:p>
        </p:txBody>
      </p:sp>
      <p:pic>
        <p:nvPicPr>
          <p:cNvPr id="6" name="Picture 4">
            <a:extLst>
              <a:ext uri="{FF2B5EF4-FFF2-40B4-BE49-F238E27FC236}">
                <a16:creationId xmlns:a16="http://schemas.microsoft.com/office/drawing/2014/main" id="{0FF588A3-B20F-575C-B1AF-3A7522662EA7}"/>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331431" y="629175"/>
            <a:ext cx="9859833" cy="5327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0928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1BA6BF8-B8A0-6658-6356-25A8F2714C67}"/>
              </a:ext>
            </a:extLst>
          </p:cNvPr>
          <p:cNvSpPr>
            <a:spLocks noGrp="1"/>
          </p:cNvSpPr>
          <p:nvPr>
            <p:ph type="sldNum" sz="quarter" idx="12"/>
          </p:nvPr>
        </p:nvSpPr>
        <p:spPr/>
        <p:txBody>
          <a:bodyPr/>
          <a:lstStyle/>
          <a:p>
            <a:fld id="{CBD12358-51D2-46B3-9BDE-DF29528B9454}" type="slidenum">
              <a:rPr lang="en-US" smtClean="0"/>
              <a:t>10</a:t>
            </a:fld>
            <a:endParaRPr lang="en-US" dirty="0"/>
          </a:p>
        </p:txBody>
      </p:sp>
      <p:pic>
        <p:nvPicPr>
          <p:cNvPr id="2050" name="Picture 2">
            <a:extLst>
              <a:ext uri="{FF2B5EF4-FFF2-40B4-BE49-F238E27FC236}">
                <a16:creationId xmlns:a16="http://schemas.microsoft.com/office/drawing/2014/main" id="{216C5E65-9F1E-91CB-3C23-89A59E475AF5}"/>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392572" y="841307"/>
            <a:ext cx="9951646" cy="5376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8039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81B07-7A41-CFAE-049F-1C85583C8A2E}"/>
              </a:ext>
            </a:extLst>
          </p:cNvPr>
          <p:cNvSpPr>
            <a:spLocks noGrp="1"/>
          </p:cNvSpPr>
          <p:nvPr>
            <p:ph type="title"/>
          </p:nvPr>
        </p:nvSpPr>
        <p:spPr>
          <a:xfrm>
            <a:off x="914400" y="612396"/>
            <a:ext cx="7323589" cy="838899"/>
          </a:xfrm>
        </p:spPr>
        <p:txBody>
          <a:bodyPr>
            <a:normAutofit/>
          </a:bodyPr>
          <a:lstStyle/>
          <a:p>
            <a:r>
              <a:rPr lang="en-US" sz="4000" dirty="0">
                <a:latin typeface="Times New Roman" panose="02020603050405020304" pitchFamily="18" charset="0"/>
                <a:cs typeface="Times New Roman" panose="02020603050405020304" pitchFamily="18" charset="0"/>
              </a:rPr>
              <a:t>Conclusion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275416-9B86-2B47-DB9F-E8B225818C19}"/>
              </a:ext>
            </a:extLst>
          </p:cNvPr>
          <p:cNvSpPr>
            <a:spLocks noGrp="1"/>
          </p:cNvSpPr>
          <p:nvPr>
            <p:ph idx="14"/>
          </p:nvPr>
        </p:nvSpPr>
        <p:spPr>
          <a:xfrm>
            <a:off x="914400" y="1862356"/>
            <a:ext cx="10279769" cy="4077050"/>
          </a:xfrm>
        </p:spPr>
        <p:txBody>
          <a:bodyPr>
            <a:normAutofit/>
          </a:bodyPr>
          <a:lstStyle/>
          <a:p>
            <a:r>
              <a:rPr lang="en-US" sz="2000" dirty="0">
                <a:latin typeface="Times New Roman" panose="02020603050405020304" pitchFamily="18" charset="0"/>
                <a:cs typeface="Times New Roman" panose="02020603050405020304" pitchFamily="18" charset="0"/>
              </a:rPr>
              <a:t>This project provides a comprehensive, data-driven examination of The Coca-Cola Company's stock performance through the integration of real-time data, historical trends, and technical indicators.</a:t>
            </a:r>
          </a:p>
          <a:p>
            <a:r>
              <a:rPr lang="en-US" sz="2000" dirty="0">
                <a:latin typeface="Times New Roman" panose="02020603050405020304" pitchFamily="18" charset="0"/>
                <a:cs typeface="Times New Roman" panose="02020603050405020304" pitchFamily="18" charset="0"/>
              </a:rPr>
              <a:t> By leveraging advanced data analysis tools and visualization technologies, we have uncovered valuable insights into price fluctuations, investor sentiment, and key market drivers influencing KO stock.</a:t>
            </a:r>
          </a:p>
          <a:p>
            <a:r>
              <a:rPr lang="en-US" sz="2000" dirty="0">
                <a:latin typeface="Times New Roman" panose="02020603050405020304" pitchFamily="18" charset="0"/>
                <a:cs typeface="Times New Roman" panose="02020603050405020304" pitchFamily="18" charset="0"/>
              </a:rPr>
              <a:t>The use of modern Python-based libraries, APIs, and dashboard frameworks has enabled dynamic tracking and interactive exploration of Coca-Cola’s stock metrics. </a:t>
            </a:r>
          </a:p>
          <a:p>
            <a:r>
              <a:rPr lang="en-US" sz="2000" dirty="0">
                <a:latin typeface="Times New Roman" panose="02020603050405020304" pitchFamily="18" charset="0"/>
                <a:cs typeface="Times New Roman" panose="02020603050405020304" pitchFamily="18" charset="0"/>
              </a:rPr>
              <a:t>As Coca-Cola continues to navigate an evolving economic landscape, ongoing monitoring through live analytics will remain essential for capturing emerging opportunities and managing risk effectively. </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26170FE-AE4C-799B-2A91-7456C1DB99C6}"/>
              </a:ext>
            </a:extLst>
          </p:cNvPr>
          <p:cNvSpPr>
            <a:spLocks noGrp="1"/>
          </p:cNvSpPr>
          <p:nvPr>
            <p:ph type="sldNum" sz="quarter" idx="12"/>
          </p:nvPr>
        </p:nvSpPr>
        <p:spPr/>
        <p:txBody>
          <a:bodyPr/>
          <a:lstStyle/>
          <a:p>
            <a:fld id="{CBD12358-51D2-46B3-9BDE-DF29528B9454}" type="slidenum">
              <a:rPr lang="en-US" smtClean="0"/>
              <a:t>11</a:t>
            </a:fld>
            <a:endParaRPr lang="en-US" dirty="0"/>
          </a:p>
        </p:txBody>
      </p:sp>
    </p:spTree>
    <p:extLst>
      <p:ext uri="{BB962C8B-B14F-4D97-AF65-F5344CB8AC3E}">
        <p14:creationId xmlns:p14="http://schemas.microsoft.com/office/powerpoint/2010/main" val="176528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1A4E-7184-CB04-5F37-7F1DB8C84927}"/>
            </a:ext>
          </a:extLst>
        </p:cNvPr>
        <p:cNvGrpSpPr/>
        <p:nvPr/>
      </p:nvGrpSpPr>
      <p:grpSpPr>
        <a:xfrm>
          <a:off x="0" y="0"/>
          <a:ext cx="0" cy="0"/>
          <a:chOff x="0" y="0"/>
          <a:chExt cx="0" cy="0"/>
        </a:xfrm>
      </p:grpSpPr>
      <p:sp>
        <p:nvSpPr>
          <p:cNvPr id="6" name="Slide Number Placeholder 13">
            <a:extLst>
              <a:ext uri="{FF2B5EF4-FFF2-40B4-BE49-F238E27FC236}">
                <a16:creationId xmlns:a16="http://schemas.microsoft.com/office/drawing/2014/main" id="{DFBD6F7E-7ED2-13CC-8ABE-1336377D3BDF}"/>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EB02F739-ED19-1864-2EDE-A5400EE13024}"/>
              </a:ext>
            </a:extLst>
          </p:cNvPr>
          <p:cNvSpPr>
            <a:spLocks noGrp="1"/>
          </p:cNvSpPr>
          <p:nvPr>
            <p:ph type="sldNum" sz="quarter" idx="29"/>
          </p:nvPr>
        </p:nvSpPr>
        <p:spPr/>
        <p:txBody>
          <a:bodyPr/>
          <a:lstStyle/>
          <a:p>
            <a:fld id="{47FEACEE-25B4-4A2D-B147-27296E36371D}" type="slidenum">
              <a:rPr lang="en-US" altLang="zh-CN" noProof="0" smtClean="0"/>
              <a:pPr/>
              <a:t>12</a:t>
            </a:fld>
            <a:endParaRPr lang="en-US" altLang="zh-CN" noProof="0" dirty="0"/>
          </a:p>
        </p:txBody>
      </p:sp>
      <p:sp>
        <p:nvSpPr>
          <p:cNvPr id="5" name="Title 4">
            <a:extLst>
              <a:ext uri="{FF2B5EF4-FFF2-40B4-BE49-F238E27FC236}">
                <a16:creationId xmlns:a16="http://schemas.microsoft.com/office/drawing/2014/main" id="{AEAC97D6-224E-288F-A97B-EFA07600F039}"/>
              </a:ext>
            </a:extLst>
          </p:cNvPr>
          <p:cNvSpPr>
            <a:spLocks noGrp="1"/>
          </p:cNvSpPr>
          <p:nvPr>
            <p:ph type="title"/>
          </p:nvPr>
        </p:nvSpPr>
        <p:spPr>
          <a:xfrm>
            <a:off x="914398" y="436227"/>
            <a:ext cx="10075179" cy="964733"/>
          </a:xfrm>
        </p:spPr>
        <p:txBody>
          <a:bodyPr>
            <a:noAutofit/>
          </a:bodyPr>
          <a:lstStyle/>
          <a:p>
            <a:r>
              <a:rPr lang="en-US" dirty="0">
                <a:solidFill>
                  <a:srgbClr val="D84400"/>
                </a:solidFill>
                <a:latin typeface="Times New Roman" panose="02020603050405020304" pitchFamily="18" charset="0"/>
                <a:cs typeface="Times New Roman" panose="02020603050405020304" pitchFamily="18" charset="0"/>
              </a:rPr>
              <a:t>2) Netflix Data: Cleaning, Analysis and Visualization</a:t>
            </a:r>
            <a:endParaRPr lang="en-IN" dirty="0">
              <a:solidFill>
                <a:srgbClr val="D84400"/>
              </a:solidFill>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588ADA45-641E-38D8-F401-5AA394F8874B}"/>
              </a:ext>
            </a:extLst>
          </p:cNvPr>
          <p:cNvSpPr>
            <a:spLocks noGrp="1"/>
          </p:cNvSpPr>
          <p:nvPr>
            <p:ph idx="30"/>
          </p:nvPr>
        </p:nvSpPr>
        <p:spPr>
          <a:xfrm>
            <a:off x="914397" y="1400961"/>
            <a:ext cx="9722843" cy="5020812"/>
          </a:xfrm>
        </p:spPr>
        <p:txBody>
          <a:bodyPr>
            <a:normAutofit/>
          </a:bodyPr>
          <a:lstStyle/>
          <a:p>
            <a:pPr marL="0" indent="0">
              <a:buNone/>
            </a:pPr>
            <a:r>
              <a:rPr lang="en-US" sz="4000" dirty="0">
                <a:latin typeface="Times New Roman" panose="02020603050405020304" pitchFamily="18" charset="0"/>
                <a:cs typeface="Times New Roman" panose="02020603050405020304" pitchFamily="18" charset="0"/>
              </a:rPr>
              <a:t>Abstract </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project focuses on the cleaning, analysis, and visualization of Netflix’s publicly available dataset to extract meaningful insights about its content catalog. </a:t>
            </a:r>
          </a:p>
          <a:p>
            <a:r>
              <a:rPr lang="en-US" sz="2000" dirty="0">
                <a:latin typeface="Times New Roman" panose="02020603050405020304" pitchFamily="18" charset="0"/>
                <a:cs typeface="Times New Roman" panose="02020603050405020304" pitchFamily="18" charset="0"/>
              </a:rPr>
              <a:t>The data was first preprocessed to handle missing values, standardize formats, and remove duplicates. </a:t>
            </a:r>
          </a:p>
          <a:p>
            <a:r>
              <a:rPr lang="en-US" sz="2000" dirty="0">
                <a:latin typeface="Times New Roman" panose="02020603050405020304" pitchFamily="18" charset="0"/>
                <a:cs typeface="Times New Roman" panose="02020603050405020304" pitchFamily="18" charset="0"/>
              </a:rPr>
              <a:t>Exploratory data analysis was then performed to examine trends in content release years, genres, countries of production, and content type distribution.</a:t>
            </a:r>
          </a:p>
          <a:p>
            <a:r>
              <a:rPr lang="en-US" sz="2000" dirty="0">
                <a:latin typeface="Times New Roman" panose="02020603050405020304" pitchFamily="18" charset="0"/>
                <a:cs typeface="Times New Roman" panose="02020603050405020304" pitchFamily="18" charset="0"/>
              </a:rPr>
              <a:t> Finally, visualizations were created using Python libraries to highlight patterns such as the rise of original content, regional contributions, and shifts in genre popularity. </a:t>
            </a:r>
          </a:p>
          <a:p>
            <a:r>
              <a:rPr lang="en-US" sz="2000" dirty="0">
                <a:latin typeface="Times New Roman" panose="02020603050405020304" pitchFamily="18" charset="0"/>
                <a:cs typeface="Times New Roman" panose="02020603050405020304" pitchFamily="18" charset="0"/>
              </a:rPr>
              <a:t>The project provides a clear, data-driven understanding of Netflix’s evolving content strategy and viewer offerings.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3015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EA24C-5315-165D-47BB-B994B7561CC6}"/>
              </a:ext>
            </a:extLst>
          </p:cNvPr>
          <p:cNvSpPr>
            <a:spLocks noGrp="1"/>
          </p:cNvSpPr>
          <p:nvPr>
            <p:ph type="title"/>
          </p:nvPr>
        </p:nvSpPr>
        <p:spPr>
          <a:xfrm>
            <a:off x="914400" y="595618"/>
            <a:ext cx="7671816" cy="939567"/>
          </a:xfrm>
        </p:spPr>
        <p:txBody>
          <a:bodyPr>
            <a:normAutofit/>
          </a:bodyPr>
          <a:lstStyle/>
          <a:p>
            <a:r>
              <a:rPr lang="en-US" sz="4000" dirty="0">
                <a:latin typeface="Times New Roman" panose="02020603050405020304" pitchFamily="18" charset="0"/>
                <a:cs typeface="Times New Roman" panose="02020603050405020304" pitchFamily="18" charset="0"/>
              </a:rPr>
              <a:t>Introduction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56BA63-DEC6-6DB4-C46D-CF24ADBC797B}"/>
              </a:ext>
            </a:extLst>
          </p:cNvPr>
          <p:cNvSpPr>
            <a:spLocks noGrp="1"/>
          </p:cNvSpPr>
          <p:nvPr>
            <p:ph idx="14"/>
          </p:nvPr>
        </p:nvSpPr>
        <p:spPr>
          <a:xfrm>
            <a:off x="914399" y="2097247"/>
            <a:ext cx="10279769" cy="3724713"/>
          </a:xfrm>
        </p:spPr>
        <p:txBody>
          <a:bodyPr>
            <a:normAutofit/>
          </a:bodyPr>
          <a:lstStyle/>
          <a:p>
            <a:r>
              <a:rPr lang="en-US" sz="2000" dirty="0">
                <a:latin typeface="Times New Roman" panose="02020603050405020304" pitchFamily="18" charset="0"/>
                <a:cs typeface="Times New Roman" panose="02020603050405020304" pitchFamily="18" charset="0"/>
              </a:rPr>
              <a:t>This project aims to explore Netflix's content dataset by performing data cleaning, analysis, and visualization to uncover key trends and insights. </a:t>
            </a:r>
          </a:p>
          <a:p>
            <a:r>
              <a:rPr lang="en-US" sz="2000" dirty="0">
                <a:latin typeface="Times New Roman" panose="02020603050405020304" pitchFamily="18" charset="0"/>
                <a:cs typeface="Times New Roman" panose="02020603050405020304" pitchFamily="18" charset="0"/>
              </a:rPr>
              <a:t>The dataset includes details such as titles, genres, release years, countries, and content types.</a:t>
            </a:r>
          </a:p>
          <a:p>
            <a:r>
              <a:rPr lang="en-US" sz="2000" dirty="0">
                <a:latin typeface="Times New Roman" panose="02020603050405020304" pitchFamily="18" charset="0"/>
                <a:cs typeface="Times New Roman" panose="02020603050405020304" pitchFamily="18" charset="0"/>
              </a:rPr>
              <a:t>After cleaning and preprocessing the data to handle missing values and inconsistencies, exploratory analysis is conducted to identify patterns in content production, genre popularity, and regional distribution. </a:t>
            </a:r>
          </a:p>
          <a:p>
            <a:r>
              <a:rPr lang="en-US" sz="2000" dirty="0">
                <a:latin typeface="Times New Roman" panose="02020603050405020304" pitchFamily="18" charset="0"/>
                <a:cs typeface="Times New Roman" panose="02020603050405020304" pitchFamily="18" charset="0"/>
              </a:rPr>
              <a:t>Visualizations are then used to present findings clearly, offering a concise overview of Netflix’s evolving content strategy.</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7CB99F0-C5F4-A736-0A05-E9A28EEAE101}"/>
              </a:ext>
            </a:extLst>
          </p:cNvPr>
          <p:cNvSpPr>
            <a:spLocks noGrp="1"/>
          </p:cNvSpPr>
          <p:nvPr>
            <p:ph type="sldNum" sz="quarter" idx="12"/>
          </p:nvPr>
        </p:nvSpPr>
        <p:spPr/>
        <p:txBody>
          <a:bodyPr/>
          <a:lstStyle/>
          <a:p>
            <a:fld id="{CBD12358-51D2-46B3-9BDE-DF29528B9454}" type="slidenum">
              <a:rPr lang="en-US" smtClean="0"/>
              <a:t>13</a:t>
            </a:fld>
            <a:endParaRPr lang="en-US" dirty="0"/>
          </a:p>
        </p:txBody>
      </p:sp>
    </p:spTree>
    <p:extLst>
      <p:ext uri="{BB962C8B-B14F-4D97-AF65-F5344CB8AC3E}">
        <p14:creationId xmlns:p14="http://schemas.microsoft.com/office/powerpoint/2010/main" val="246568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E33EC-3209-AD3A-9B49-075D1B040A71}"/>
              </a:ext>
            </a:extLst>
          </p:cNvPr>
          <p:cNvSpPr>
            <a:spLocks noGrp="1"/>
          </p:cNvSpPr>
          <p:nvPr>
            <p:ph type="title"/>
          </p:nvPr>
        </p:nvSpPr>
        <p:spPr>
          <a:xfrm>
            <a:off x="914400" y="444617"/>
            <a:ext cx="7004807" cy="813732"/>
          </a:xfrm>
        </p:spPr>
        <p:txBody>
          <a:bodyPr>
            <a:normAutofit/>
          </a:bodyPr>
          <a:lstStyle/>
          <a:p>
            <a:r>
              <a:rPr lang="en-US" sz="4000" dirty="0">
                <a:latin typeface="Times New Roman" panose="02020603050405020304" pitchFamily="18" charset="0"/>
                <a:cs typeface="Times New Roman" panose="02020603050405020304" pitchFamily="18" charset="0"/>
              </a:rPr>
              <a:t>Technologies used</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D0712B-B376-D430-C618-9E14EA210C7A}"/>
              </a:ext>
            </a:extLst>
          </p:cNvPr>
          <p:cNvSpPr>
            <a:spLocks noGrp="1"/>
          </p:cNvSpPr>
          <p:nvPr>
            <p:ph idx="1"/>
          </p:nvPr>
        </p:nvSpPr>
        <p:spPr>
          <a:xfrm>
            <a:off x="914399" y="1342239"/>
            <a:ext cx="7935986" cy="4815280"/>
          </a:xfrm>
        </p:spPr>
        <p:txBody>
          <a:bodyPr>
            <a:normAutofit/>
          </a:bodyPr>
          <a:lstStyle/>
          <a:p>
            <a:pPr>
              <a:buNone/>
            </a:pPr>
            <a:r>
              <a:rPr lang="en-US" sz="2000" b="1" dirty="0">
                <a:latin typeface="Times New Roman" panose="02020603050405020304" pitchFamily="18" charset="0"/>
                <a:cs typeface="Times New Roman" panose="02020603050405020304" pitchFamily="18" charset="0"/>
              </a:rPr>
              <a:t>1. Python</a:t>
            </a:r>
          </a:p>
          <a:p>
            <a:pPr>
              <a:buNone/>
            </a:pPr>
            <a:r>
              <a:rPr lang="en-US" sz="2000" dirty="0">
                <a:latin typeface="Times New Roman" panose="02020603050405020304" pitchFamily="18" charset="0"/>
                <a:cs typeface="Times New Roman" panose="02020603050405020304" pitchFamily="18" charset="0"/>
              </a:rPr>
              <a:t>Python was the core programming language used due to its simplicity and powerful data science ecosystem. It enabled efficient data manipulation, analysis, and visualization throughout the project.</a:t>
            </a:r>
          </a:p>
          <a:p>
            <a:pPr>
              <a:buNone/>
            </a:pPr>
            <a:r>
              <a:rPr lang="en-US" sz="2000" b="1" dirty="0">
                <a:latin typeface="Times New Roman" panose="02020603050405020304" pitchFamily="18" charset="0"/>
                <a:cs typeface="Times New Roman" panose="02020603050405020304" pitchFamily="18" charset="0"/>
              </a:rPr>
              <a:t>2. Pandas</a:t>
            </a:r>
          </a:p>
          <a:p>
            <a:pPr>
              <a:buNone/>
            </a:pPr>
            <a:r>
              <a:rPr lang="en-US" sz="2000" dirty="0">
                <a:latin typeface="Times New Roman" panose="02020603050405020304" pitchFamily="18" charset="0"/>
                <a:cs typeface="Times New Roman" panose="02020603050405020304" pitchFamily="18" charset="0"/>
              </a:rPr>
              <a:t>Pandas was used for data cleaning and preprocessing tasks. It allowed easy handling of missing values, duplicate records, data type conversions, and formatting of date and string fields. Grouping and filtering operations helped segment the data for analysis.</a:t>
            </a:r>
          </a:p>
          <a:p>
            <a:pPr>
              <a:buNone/>
            </a:pPr>
            <a:r>
              <a:rPr lang="en-US" sz="2000" b="1" dirty="0">
                <a:latin typeface="Times New Roman" panose="02020603050405020304" pitchFamily="18" charset="0"/>
                <a:cs typeface="Times New Roman" panose="02020603050405020304" pitchFamily="18" charset="0"/>
              </a:rPr>
              <a:t>3. NumPy</a:t>
            </a:r>
          </a:p>
          <a:p>
            <a:r>
              <a:rPr lang="en-US" sz="2000" dirty="0">
                <a:latin typeface="Times New Roman" panose="02020603050405020304" pitchFamily="18" charset="0"/>
                <a:cs typeface="Times New Roman" panose="02020603050405020304" pitchFamily="18" charset="0"/>
              </a:rPr>
              <a:t>NumPy supported Pandas by providing fast array operations and numerical calculations, especially helpful for date manipulations and conditional logic in the dataset.</a:t>
            </a:r>
          </a:p>
          <a:p>
            <a:endParaRPr lang="en-IN" dirty="0"/>
          </a:p>
        </p:txBody>
      </p:sp>
      <p:sp>
        <p:nvSpPr>
          <p:cNvPr id="5" name="Slide Number Placeholder 4">
            <a:extLst>
              <a:ext uri="{FF2B5EF4-FFF2-40B4-BE49-F238E27FC236}">
                <a16:creationId xmlns:a16="http://schemas.microsoft.com/office/drawing/2014/main" id="{27B7EB46-F7FA-38FE-9BA2-1A26587BFE41}"/>
              </a:ext>
            </a:extLst>
          </p:cNvPr>
          <p:cNvSpPr>
            <a:spLocks noGrp="1"/>
          </p:cNvSpPr>
          <p:nvPr>
            <p:ph type="sldNum" sz="quarter" idx="55"/>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1398637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83C55-2372-A848-167C-47AD08A58CEF}"/>
              </a:ext>
            </a:extLst>
          </p:cNvPr>
          <p:cNvSpPr>
            <a:spLocks noGrp="1"/>
          </p:cNvSpPr>
          <p:nvPr>
            <p:ph idx="1"/>
          </p:nvPr>
        </p:nvSpPr>
        <p:spPr>
          <a:xfrm>
            <a:off x="914399" y="1015068"/>
            <a:ext cx="7860486" cy="5202852"/>
          </a:xfrm>
        </p:spPr>
        <p:txBody>
          <a:bodyPr>
            <a:noAutofit/>
          </a:bodyPr>
          <a:lstStyle/>
          <a:p>
            <a:pPr>
              <a:buNone/>
            </a:pPr>
            <a:r>
              <a:rPr lang="en-US" sz="2000" b="1" dirty="0">
                <a:latin typeface="Times New Roman" panose="02020603050405020304" pitchFamily="18" charset="0"/>
                <a:cs typeface="Times New Roman" panose="02020603050405020304" pitchFamily="18" charset="0"/>
              </a:rPr>
              <a:t>4. Matplotlib</a:t>
            </a:r>
          </a:p>
          <a:p>
            <a:pPr>
              <a:buNone/>
            </a:pPr>
            <a:r>
              <a:rPr lang="en-US" sz="2000" dirty="0">
                <a:latin typeface="Times New Roman" panose="02020603050405020304" pitchFamily="18" charset="0"/>
                <a:cs typeface="Times New Roman" panose="02020603050405020304" pitchFamily="18" charset="0"/>
              </a:rPr>
              <a:t>Matplotlib was used to create basic visualizations such as bar charts, line graphs, and histograms to represent trends like the number of titles added per year or the distribution of content types.</a:t>
            </a:r>
          </a:p>
          <a:p>
            <a:pPr>
              <a:buNone/>
            </a:pPr>
            <a:r>
              <a:rPr lang="en-US" sz="2000" b="1" dirty="0">
                <a:latin typeface="Times New Roman" panose="02020603050405020304" pitchFamily="18" charset="0"/>
                <a:cs typeface="Times New Roman" panose="02020603050405020304" pitchFamily="18" charset="0"/>
              </a:rPr>
              <a:t>5. Seaborn</a:t>
            </a:r>
          </a:p>
          <a:p>
            <a:pPr>
              <a:buNone/>
            </a:pPr>
            <a:r>
              <a:rPr lang="en-US" sz="2000" dirty="0">
                <a:latin typeface="Times New Roman" panose="02020603050405020304" pitchFamily="18" charset="0"/>
                <a:cs typeface="Times New Roman" panose="02020603050405020304" pitchFamily="18" charset="0"/>
              </a:rPr>
              <a:t>Seaborn provided higher-level, visually appealing statistical plots like heatmaps, count plots, and category comparisons. It was used to analyze relationships between variables such as release year vs. genre or country vs. content count.</a:t>
            </a:r>
          </a:p>
          <a:p>
            <a:r>
              <a:rPr lang="en-US" sz="2000" b="1" dirty="0">
                <a:latin typeface="Times New Roman" panose="02020603050405020304" pitchFamily="18" charset="0"/>
                <a:cs typeface="Times New Roman" panose="02020603050405020304" pitchFamily="18" charset="0"/>
              </a:rPr>
              <a:t>6. Jupyter Notebook / Google Colab</a:t>
            </a:r>
          </a:p>
          <a:p>
            <a:r>
              <a:rPr lang="en-US" sz="2000" dirty="0">
                <a:latin typeface="Times New Roman" panose="02020603050405020304" pitchFamily="18" charset="0"/>
                <a:cs typeface="Times New Roman" panose="02020603050405020304" pitchFamily="18" charset="0"/>
              </a:rPr>
              <a:t>Both platforms were used as development environments for writing and executing Python code. They supported interactive data analysis and visualization in a notebook format, making it easier to document findings and share results.</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518BFD9-8AC6-E206-CFD5-451DA28A22FF}"/>
              </a:ext>
            </a:extLst>
          </p:cNvPr>
          <p:cNvSpPr>
            <a:spLocks noGrp="1"/>
          </p:cNvSpPr>
          <p:nvPr>
            <p:ph type="sldNum" sz="quarter" idx="55"/>
          </p:nvPr>
        </p:nvSpPr>
        <p:spPr/>
        <p:txBody>
          <a:bodyPr/>
          <a:lstStyle/>
          <a:p>
            <a:fld id="{47FEACEE-25B4-4A2D-B147-27296E36371D}" type="slidenum">
              <a:rPr lang="en-US" altLang="zh-CN" noProof="0" smtClean="0"/>
              <a:pPr/>
              <a:t>15</a:t>
            </a:fld>
            <a:endParaRPr lang="en-US" altLang="zh-CN" noProof="0" dirty="0"/>
          </a:p>
        </p:txBody>
      </p:sp>
    </p:spTree>
    <p:extLst>
      <p:ext uri="{BB962C8B-B14F-4D97-AF65-F5344CB8AC3E}">
        <p14:creationId xmlns:p14="http://schemas.microsoft.com/office/powerpoint/2010/main" val="2303849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51413-6165-FD71-A589-513F6B24B60E}"/>
              </a:ext>
            </a:extLst>
          </p:cNvPr>
          <p:cNvSpPr>
            <a:spLocks noGrp="1"/>
          </p:cNvSpPr>
          <p:nvPr>
            <p:ph type="title"/>
          </p:nvPr>
        </p:nvSpPr>
        <p:spPr>
          <a:xfrm>
            <a:off x="914400" y="731520"/>
            <a:ext cx="4937760" cy="795276"/>
          </a:xfrm>
        </p:spPr>
        <p:txBody>
          <a:bodyPr>
            <a:normAutofit/>
          </a:bodyPr>
          <a:lstStyle/>
          <a:p>
            <a:r>
              <a:rPr lang="en-US" sz="4000" dirty="0">
                <a:latin typeface="Times New Roman" panose="02020603050405020304" pitchFamily="18" charset="0"/>
                <a:cs typeface="Times New Roman" panose="02020603050405020304" pitchFamily="18" charset="0"/>
              </a:rPr>
              <a:t>Results</a:t>
            </a:r>
            <a:endParaRPr lang="en-IN" sz="4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A4C82A5-4A4E-1AF9-26C0-CD2C084B134D}"/>
              </a:ext>
            </a:extLst>
          </p:cNvPr>
          <p:cNvSpPr>
            <a:spLocks noGrp="1"/>
          </p:cNvSpPr>
          <p:nvPr>
            <p:ph type="sldNum" sz="quarter" idx="12"/>
          </p:nvPr>
        </p:nvSpPr>
        <p:spPr/>
        <p:txBody>
          <a:bodyPr/>
          <a:lstStyle/>
          <a:p>
            <a:fld id="{CBD12358-51D2-46B3-9BDE-DF29528B9454}" type="slidenum">
              <a:rPr lang="en-US" smtClean="0"/>
              <a:t>16</a:t>
            </a:fld>
            <a:endParaRPr lang="en-US" dirty="0"/>
          </a:p>
        </p:txBody>
      </p:sp>
      <p:pic>
        <p:nvPicPr>
          <p:cNvPr id="4098" name="Picture 2">
            <a:extLst>
              <a:ext uri="{FF2B5EF4-FFF2-40B4-BE49-F238E27FC236}">
                <a16:creationId xmlns:a16="http://schemas.microsoft.com/office/drawing/2014/main" id="{C9CD9F03-8ABA-3D28-9461-A0B1FC06279D}"/>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534864" y="1686187"/>
            <a:ext cx="5561136" cy="432094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0D16CAA-050F-5D94-754F-B8D7F503B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0114" y="1686186"/>
            <a:ext cx="5027241" cy="4320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0567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4DDEDA-6C3D-92BF-1ACC-B137EA041F83}"/>
              </a:ext>
            </a:extLst>
          </p:cNvPr>
          <p:cNvSpPr>
            <a:spLocks noGrp="1"/>
          </p:cNvSpPr>
          <p:nvPr>
            <p:ph type="sldNum" sz="quarter" idx="12"/>
          </p:nvPr>
        </p:nvSpPr>
        <p:spPr/>
        <p:txBody>
          <a:bodyPr/>
          <a:lstStyle/>
          <a:p>
            <a:fld id="{CBD12358-51D2-46B3-9BDE-DF29528B9454}" type="slidenum">
              <a:rPr lang="en-US" smtClean="0"/>
              <a:t>17</a:t>
            </a:fld>
            <a:endParaRPr lang="en-US" dirty="0"/>
          </a:p>
        </p:txBody>
      </p:sp>
      <p:pic>
        <p:nvPicPr>
          <p:cNvPr id="5122" name="Picture 2">
            <a:extLst>
              <a:ext uri="{FF2B5EF4-FFF2-40B4-BE49-F238E27FC236}">
                <a16:creationId xmlns:a16="http://schemas.microsoft.com/office/drawing/2014/main" id="{270EEC5C-FE59-7D52-E5F4-BFABE3CAA5F6}"/>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33116" y="1017474"/>
            <a:ext cx="5834253" cy="451327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B21D262E-29FA-59D3-AF4C-7868B7B236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4632" y="986910"/>
            <a:ext cx="5746912" cy="4574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122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875864A-F16C-AC61-0032-3D8EB2955E6A}"/>
              </a:ext>
            </a:extLst>
          </p:cNvPr>
          <p:cNvSpPr>
            <a:spLocks noGrp="1"/>
          </p:cNvSpPr>
          <p:nvPr>
            <p:ph type="sldNum" sz="quarter" idx="12"/>
          </p:nvPr>
        </p:nvSpPr>
        <p:spPr/>
        <p:txBody>
          <a:bodyPr/>
          <a:lstStyle/>
          <a:p>
            <a:fld id="{CBD12358-51D2-46B3-9BDE-DF29528B9454}" type="slidenum">
              <a:rPr lang="en-US" smtClean="0"/>
              <a:t>18</a:t>
            </a:fld>
            <a:endParaRPr lang="en-US" dirty="0"/>
          </a:p>
        </p:txBody>
      </p:sp>
      <p:pic>
        <p:nvPicPr>
          <p:cNvPr id="6146" name="Picture 2">
            <a:extLst>
              <a:ext uri="{FF2B5EF4-FFF2-40B4-BE49-F238E27FC236}">
                <a16:creationId xmlns:a16="http://schemas.microsoft.com/office/drawing/2014/main" id="{04709C2E-1CE8-D34E-A6F6-B4C8BA14C547}"/>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563711" y="1329001"/>
            <a:ext cx="4083790" cy="439560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DE1C199-7985-80EE-1AB8-5639A6C2A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8504" y="1329001"/>
            <a:ext cx="6829786" cy="4395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990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62CFBF7-9A9F-C79E-E1ED-F5F8BCE02B5C}"/>
              </a:ext>
            </a:extLst>
          </p:cNvPr>
          <p:cNvSpPr>
            <a:spLocks noGrp="1"/>
          </p:cNvSpPr>
          <p:nvPr>
            <p:ph type="sldNum" sz="quarter" idx="12"/>
          </p:nvPr>
        </p:nvSpPr>
        <p:spPr/>
        <p:txBody>
          <a:bodyPr/>
          <a:lstStyle/>
          <a:p>
            <a:fld id="{CBD12358-51D2-46B3-9BDE-DF29528B9454}" type="slidenum">
              <a:rPr lang="en-US" smtClean="0"/>
              <a:t>19</a:t>
            </a:fld>
            <a:endParaRPr lang="en-US" dirty="0"/>
          </a:p>
        </p:txBody>
      </p:sp>
      <p:pic>
        <p:nvPicPr>
          <p:cNvPr id="7170" name="Picture 2">
            <a:extLst>
              <a:ext uri="{FF2B5EF4-FFF2-40B4-BE49-F238E27FC236}">
                <a16:creationId xmlns:a16="http://schemas.microsoft.com/office/drawing/2014/main" id="{52863E83-8843-B9C2-4A0A-B10D2F757013}"/>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354681" y="933274"/>
            <a:ext cx="5819616" cy="461525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83F4D8C9-E5B7-BCE4-1EAE-581944534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363" y="933275"/>
            <a:ext cx="5320956" cy="4615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66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C4FB9-A4BC-D7CE-BD64-8B3A3F4FD973}"/>
              </a:ext>
            </a:extLst>
          </p:cNvPr>
          <p:cNvSpPr>
            <a:spLocks noGrp="1"/>
          </p:cNvSpPr>
          <p:nvPr>
            <p:ph type="title"/>
          </p:nvPr>
        </p:nvSpPr>
        <p:spPr>
          <a:xfrm>
            <a:off x="914399" y="731521"/>
            <a:ext cx="7692705" cy="845610"/>
          </a:xfrm>
        </p:spPr>
        <p:txBody>
          <a:bodyPr>
            <a:normAutofit/>
          </a:bodyPr>
          <a:lstStyle/>
          <a:p>
            <a:r>
              <a:rPr lang="en-US" sz="4000" dirty="0">
                <a:latin typeface="Times New Roman" panose="02020603050405020304" pitchFamily="18" charset="0"/>
                <a:cs typeface="Times New Roman" panose="02020603050405020304" pitchFamily="18" charset="0"/>
              </a:rPr>
              <a:t>Conclusion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03BD8B-8D86-B9DC-D404-E89DD7ADF5AE}"/>
              </a:ext>
            </a:extLst>
          </p:cNvPr>
          <p:cNvSpPr>
            <a:spLocks noGrp="1"/>
          </p:cNvSpPr>
          <p:nvPr>
            <p:ph idx="14"/>
          </p:nvPr>
        </p:nvSpPr>
        <p:spPr>
          <a:xfrm>
            <a:off x="914400" y="1895912"/>
            <a:ext cx="10050011" cy="3716323"/>
          </a:xfrm>
        </p:spPr>
        <p:txBody>
          <a:bodyPr>
            <a:normAutofit/>
          </a:bodyPr>
          <a:lstStyle/>
          <a:p>
            <a:r>
              <a:rPr lang="en-US" sz="2000" dirty="0">
                <a:latin typeface="Times New Roman" panose="02020603050405020304" pitchFamily="18" charset="0"/>
                <a:cs typeface="Times New Roman" panose="02020603050405020304" pitchFamily="18" charset="0"/>
              </a:rPr>
              <a:t>This project successfully explored and analyzed the Netflix dataset by applying systematic data cleaning, insightful analysis, and effective visualization techniques. </a:t>
            </a:r>
          </a:p>
          <a:p>
            <a:r>
              <a:rPr lang="en-US" sz="2000" dirty="0">
                <a:latin typeface="Times New Roman" panose="02020603050405020304" pitchFamily="18" charset="0"/>
                <a:cs typeface="Times New Roman" panose="02020603050405020304" pitchFamily="18" charset="0"/>
              </a:rPr>
              <a:t>Through the use of Python and its powerful libraries, we identified key trends in Netflix’s content catalog, including patterns in genre distribution, content types, country-wise contributions, and release timelines.</a:t>
            </a:r>
          </a:p>
          <a:p>
            <a:r>
              <a:rPr lang="en-US" sz="2000" dirty="0">
                <a:latin typeface="Times New Roman" panose="02020603050405020304" pitchFamily="18" charset="0"/>
                <a:cs typeface="Times New Roman" panose="02020603050405020304" pitchFamily="18" charset="0"/>
              </a:rPr>
              <a:t>The findings provide a deeper understanding of Netflix’s content strategy and global expansion.</a:t>
            </a:r>
          </a:p>
          <a:p>
            <a:r>
              <a:rPr lang="en-US" sz="2000" dirty="0">
                <a:latin typeface="Times New Roman" panose="02020603050405020304" pitchFamily="18" charset="0"/>
                <a:cs typeface="Times New Roman" panose="02020603050405020304" pitchFamily="18" charset="0"/>
              </a:rPr>
              <a:t>This project demonstrates the importance of data-driven analysis in uncovering valuable insights from large, real-world datasets.</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6F0ED59-38D4-14DB-78AE-4B7AFED344C5}"/>
              </a:ext>
            </a:extLst>
          </p:cNvPr>
          <p:cNvSpPr>
            <a:spLocks noGrp="1"/>
          </p:cNvSpPr>
          <p:nvPr>
            <p:ph type="sldNum" sz="quarter" idx="12"/>
          </p:nvPr>
        </p:nvSpPr>
        <p:spPr/>
        <p:txBody>
          <a:bodyPr/>
          <a:lstStyle/>
          <a:p>
            <a:fld id="{CBD12358-51D2-46B3-9BDE-DF29528B9454}" type="slidenum">
              <a:rPr lang="en-US" smtClean="0"/>
              <a:t>20</a:t>
            </a:fld>
            <a:endParaRPr lang="en-US" dirty="0"/>
          </a:p>
        </p:txBody>
      </p:sp>
    </p:spTree>
    <p:extLst>
      <p:ext uri="{BB962C8B-B14F-4D97-AF65-F5344CB8AC3E}">
        <p14:creationId xmlns:p14="http://schemas.microsoft.com/office/powerpoint/2010/main" val="2186619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AE5FC-C403-7B5E-030E-8D932CF73AAF}"/>
            </a:ext>
          </a:extLst>
        </p:cNvPr>
        <p:cNvGrpSpPr/>
        <p:nvPr/>
      </p:nvGrpSpPr>
      <p:grpSpPr>
        <a:xfrm>
          <a:off x="0" y="0"/>
          <a:ext cx="0" cy="0"/>
          <a:chOff x="0" y="0"/>
          <a:chExt cx="0" cy="0"/>
        </a:xfrm>
      </p:grpSpPr>
      <p:sp>
        <p:nvSpPr>
          <p:cNvPr id="6" name="Slide Number Placeholder 13">
            <a:extLst>
              <a:ext uri="{FF2B5EF4-FFF2-40B4-BE49-F238E27FC236}">
                <a16:creationId xmlns:a16="http://schemas.microsoft.com/office/drawing/2014/main" id="{8EE39350-AD3C-F8C1-CB80-0E21EE52700A}"/>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99AB32DA-EB5E-947C-1A8E-9A61A68EE74A}"/>
              </a:ext>
            </a:extLst>
          </p:cNvPr>
          <p:cNvSpPr>
            <a:spLocks noGrp="1"/>
          </p:cNvSpPr>
          <p:nvPr>
            <p:ph type="sldNum" sz="quarter" idx="29"/>
          </p:nvPr>
        </p:nvSpPr>
        <p:spPr/>
        <p:txBody>
          <a:bodyPr/>
          <a:lstStyle/>
          <a:p>
            <a:fld id="{47FEACEE-25B4-4A2D-B147-27296E36371D}" type="slidenum">
              <a:rPr lang="en-US" altLang="zh-CN" noProof="0" smtClean="0"/>
              <a:pPr/>
              <a:t>21</a:t>
            </a:fld>
            <a:endParaRPr lang="en-US" altLang="zh-CN" noProof="0" dirty="0"/>
          </a:p>
        </p:txBody>
      </p:sp>
      <p:sp>
        <p:nvSpPr>
          <p:cNvPr id="5" name="Title 4">
            <a:extLst>
              <a:ext uri="{FF2B5EF4-FFF2-40B4-BE49-F238E27FC236}">
                <a16:creationId xmlns:a16="http://schemas.microsoft.com/office/drawing/2014/main" id="{8BCD0171-E9A0-6910-89CF-6A79CC7D67B1}"/>
              </a:ext>
            </a:extLst>
          </p:cNvPr>
          <p:cNvSpPr>
            <a:spLocks noGrp="1"/>
          </p:cNvSpPr>
          <p:nvPr>
            <p:ph type="title"/>
          </p:nvPr>
        </p:nvSpPr>
        <p:spPr>
          <a:xfrm>
            <a:off x="914398" y="436227"/>
            <a:ext cx="10075179" cy="964733"/>
          </a:xfrm>
        </p:spPr>
        <p:txBody>
          <a:bodyPr>
            <a:noAutofit/>
          </a:bodyPr>
          <a:lstStyle/>
          <a:p>
            <a:r>
              <a:rPr lang="en-US" dirty="0">
                <a:solidFill>
                  <a:srgbClr val="D84400"/>
                </a:solidFill>
                <a:latin typeface="Times New Roman" panose="02020603050405020304" pitchFamily="18" charset="0"/>
                <a:cs typeface="Times New Roman" panose="02020603050405020304" pitchFamily="18" charset="0"/>
              </a:rPr>
              <a:t>3) Regulatory Affairs of Road Accident Data 2020 India</a:t>
            </a:r>
            <a:endParaRPr lang="en-IN" dirty="0">
              <a:solidFill>
                <a:srgbClr val="D84400"/>
              </a:solidFill>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FDE3A7BD-08A0-D6C0-64A1-CC9AE2FFC349}"/>
              </a:ext>
            </a:extLst>
          </p:cNvPr>
          <p:cNvSpPr>
            <a:spLocks noGrp="1"/>
          </p:cNvSpPr>
          <p:nvPr>
            <p:ph idx="30"/>
          </p:nvPr>
        </p:nvSpPr>
        <p:spPr>
          <a:xfrm>
            <a:off x="914397" y="1400961"/>
            <a:ext cx="9722843" cy="5020812"/>
          </a:xfrm>
        </p:spPr>
        <p:txBody>
          <a:bodyPr>
            <a:normAutofit/>
          </a:bodyPr>
          <a:lstStyle/>
          <a:p>
            <a:pPr marL="0" indent="0">
              <a:buNone/>
            </a:pPr>
            <a:r>
              <a:rPr lang="en-US" sz="4000" dirty="0">
                <a:latin typeface="Times New Roman" panose="02020603050405020304" pitchFamily="18" charset="0"/>
                <a:cs typeface="Times New Roman" panose="02020603050405020304" pitchFamily="18" charset="0"/>
              </a:rPr>
              <a:t>Abstract </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project analyzes the 2020 road accident data from India with a focus on regulatory affairs, aiming to understand the effectiveness of existing traffic laws and safety regulations. </a:t>
            </a:r>
          </a:p>
          <a:p>
            <a:r>
              <a:rPr lang="en-US" sz="2000" dirty="0">
                <a:latin typeface="Times New Roman" panose="02020603050405020304" pitchFamily="18" charset="0"/>
                <a:cs typeface="Times New Roman" panose="02020603050405020304" pitchFamily="18" charset="0"/>
              </a:rPr>
              <a:t>Using official government datasets, the study examines patterns in accident causes, vehicle types involved, age groups affected, and geographic hotspots.</a:t>
            </a:r>
          </a:p>
          <a:p>
            <a:r>
              <a:rPr lang="en-US" sz="2000" dirty="0">
                <a:latin typeface="Times New Roman" panose="02020603050405020304" pitchFamily="18" charset="0"/>
                <a:cs typeface="Times New Roman" panose="02020603050405020304" pitchFamily="18" charset="0"/>
              </a:rPr>
              <a:t>Data cleaning and visualization techniques were employed to identify key risk factors and policy gaps. </a:t>
            </a:r>
          </a:p>
          <a:p>
            <a:r>
              <a:rPr lang="en-US" sz="2000" dirty="0">
                <a:latin typeface="Times New Roman" panose="02020603050405020304" pitchFamily="18" charset="0"/>
                <a:cs typeface="Times New Roman" panose="02020603050405020304" pitchFamily="18" charset="0"/>
              </a:rPr>
              <a:t>The analysis highlights critical areas where regulatory enforcement and infrastructure improvements are needed, providing data-driven insights to support safer road policies and accident prevention strategies in India.</a:t>
            </a:r>
          </a:p>
        </p:txBody>
      </p:sp>
    </p:spTree>
    <p:extLst>
      <p:ext uri="{BB962C8B-B14F-4D97-AF65-F5344CB8AC3E}">
        <p14:creationId xmlns:p14="http://schemas.microsoft.com/office/powerpoint/2010/main" val="1554754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206A-0B14-31D9-484D-79591DA8B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22F4C-E228-B469-DCD7-656947238DD4}"/>
              </a:ext>
            </a:extLst>
          </p:cNvPr>
          <p:cNvSpPr>
            <a:spLocks noGrp="1"/>
          </p:cNvSpPr>
          <p:nvPr>
            <p:ph type="title"/>
          </p:nvPr>
        </p:nvSpPr>
        <p:spPr>
          <a:xfrm>
            <a:off x="914399" y="731521"/>
            <a:ext cx="7692705" cy="845610"/>
          </a:xfrm>
        </p:spPr>
        <p:txBody>
          <a:bodyPr>
            <a:normAutofit/>
          </a:bodyPr>
          <a:lstStyle/>
          <a:p>
            <a:r>
              <a:rPr lang="en-US" sz="4000" dirty="0">
                <a:latin typeface="Times New Roman" panose="02020603050405020304" pitchFamily="18" charset="0"/>
                <a:cs typeface="Times New Roman" panose="02020603050405020304" pitchFamily="18" charset="0"/>
              </a:rPr>
              <a:t>Introduction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E7B9ED-371D-6077-B0CD-40A973023A35}"/>
              </a:ext>
            </a:extLst>
          </p:cNvPr>
          <p:cNvSpPr>
            <a:spLocks noGrp="1"/>
          </p:cNvSpPr>
          <p:nvPr>
            <p:ph idx="14"/>
          </p:nvPr>
        </p:nvSpPr>
        <p:spPr>
          <a:xfrm>
            <a:off x="914400" y="1895911"/>
            <a:ext cx="9940954" cy="4230567"/>
          </a:xfrm>
        </p:spPr>
        <p:txBody>
          <a:bodyPr>
            <a:normAutofit/>
          </a:bodyPr>
          <a:lstStyle/>
          <a:p>
            <a:r>
              <a:rPr lang="en-US" sz="2000" dirty="0">
                <a:latin typeface="Times New Roman" panose="02020603050405020304" pitchFamily="18" charset="0"/>
                <a:cs typeface="Times New Roman" panose="02020603050405020304" pitchFamily="18" charset="0"/>
              </a:rPr>
              <a:t>Road accidents are a major public safety concern in India, contributing to significant loss of life, injuries, and economic costs each year. </a:t>
            </a:r>
          </a:p>
          <a:p>
            <a:r>
              <a:rPr lang="en-US" sz="2000" dirty="0">
                <a:latin typeface="Times New Roman" panose="02020603050405020304" pitchFamily="18" charset="0"/>
                <a:cs typeface="Times New Roman" panose="02020603050405020304" pitchFamily="18" charset="0"/>
              </a:rPr>
              <a:t>In 2020, despite the reduced mobility due to the COVID-19 pandemic, India reported thousands of road accidents, highlighting persistent issues in traffic management, infrastructure, and regulatory enforcement. </a:t>
            </a:r>
          </a:p>
          <a:p>
            <a:r>
              <a:rPr lang="en-US" sz="2000" dirty="0">
                <a:latin typeface="Times New Roman" panose="02020603050405020304" pitchFamily="18" charset="0"/>
                <a:cs typeface="Times New Roman" panose="02020603050405020304" pitchFamily="18" charset="0"/>
              </a:rPr>
              <a:t>This project focuses on analyzing the 2020 road accident data published by the Ministry of Road Transport and Highways to assess the effectiveness of existing road safety regulations.</a:t>
            </a:r>
          </a:p>
          <a:p>
            <a:r>
              <a:rPr lang="en-US" sz="2000" dirty="0">
                <a:latin typeface="Times New Roman" panose="02020603050405020304" pitchFamily="18" charset="0"/>
                <a:cs typeface="Times New Roman" panose="02020603050405020304" pitchFamily="18" charset="0"/>
              </a:rPr>
              <a:t>By identifying key trends such as accident causes, affected demographics, and high-risk regions, the study aims to support evidence-based improvements in traffic policies, law enforcement, and public safety initiatives.</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607EF2-0262-4E9E-4966-E5EEE25E7578}"/>
              </a:ext>
            </a:extLst>
          </p:cNvPr>
          <p:cNvSpPr>
            <a:spLocks noGrp="1"/>
          </p:cNvSpPr>
          <p:nvPr>
            <p:ph type="sldNum" sz="quarter" idx="12"/>
          </p:nvPr>
        </p:nvSpPr>
        <p:spPr/>
        <p:txBody>
          <a:bodyPr/>
          <a:lstStyle/>
          <a:p>
            <a:fld id="{CBD12358-51D2-46B3-9BDE-DF29528B9454}" type="slidenum">
              <a:rPr lang="en-US" smtClean="0"/>
              <a:t>22</a:t>
            </a:fld>
            <a:endParaRPr lang="en-US" dirty="0"/>
          </a:p>
        </p:txBody>
      </p:sp>
    </p:spTree>
    <p:extLst>
      <p:ext uri="{BB962C8B-B14F-4D97-AF65-F5344CB8AC3E}">
        <p14:creationId xmlns:p14="http://schemas.microsoft.com/office/powerpoint/2010/main" val="782632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6972E-6D2E-96C1-362B-75814C9A4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0038C-948E-492B-1C65-96DBF33B14B7}"/>
              </a:ext>
            </a:extLst>
          </p:cNvPr>
          <p:cNvSpPr>
            <a:spLocks noGrp="1"/>
          </p:cNvSpPr>
          <p:nvPr>
            <p:ph type="title"/>
          </p:nvPr>
        </p:nvSpPr>
        <p:spPr>
          <a:xfrm>
            <a:off x="914400" y="444617"/>
            <a:ext cx="7004807" cy="813732"/>
          </a:xfrm>
        </p:spPr>
        <p:txBody>
          <a:bodyPr>
            <a:normAutofit/>
          </a:bodyPr>
          <a:lstStyle/>
          <a:p>
            <a:r>
              <a:rPr lang="en-US" sz="4000" dirty="0">
                <a:latin typeface="Times New Roman" panose="02020603050405020304" pitchFamily="18" charset="0"/>
                <a:cs typeface="Times New Roman" panose="02020603050405020304" pitchFamily="18" charset="0"/>
              </a:rPr>
              <a:t>Technologies used</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3CF3D0-E103-0D31-5A99-A334BD85AD98}"/>
              </a:ext>
            </a:extLst>
          </p:cNvPr>
          <p:cNvSpPr>
            <a:spLocks noGrp="1"/>
          </p:cNvSpPr>
          <p:nvPr>
            <p:ph idx="1"/>
          </p:nvPr>
        </p:nvSpPr>
        <p:spPr>
          <a:xfrm>
            <a:off x="914399" y="1342238"/>
            <a:ext cx="7818540" cy="4875681"/>
          </a:xfrm>
        </p:spPr>
        <p:txBody>
          <a:bodyPr>
            <a:normAutofit/>
          </a:bodyPr>
          <a:lstStyle/>
          <a:p>
            <a:pPr>
              <a:buNone/>
            </a:pPr>
            <a:r>
              <a:rPr lang="en-US" sz="2000" b="1" dirty="0">
                <a:latin typeface="Times New Roman" panose="02020603050405020304" pitchFamily="18" charset="0"/>
                <a:cs typeface="Times New Roman" panose="02020603050405020304" pitchFamily="18" charset="0"/>
              </a:rPr>
              <a:t>1. Python</a:t>
            </a:r>
          </a:p>
          <a:p>
            <a:pPr>
              <a:buNone/>
            </a:pPr>
            <a:r>
              <a:rPr lang="en-US" sz="2000" dirty="0">
                <a:latin typeface="Times New Roman" panose="02020603050405020304" pitchFamily="18" charset="0"/>
                <a:cs typeface="Times New Roman" panose="02020603050405020304" pitchFamily="18" charset="0"/>
              </a:rPr>
              <a:t>Python served as the primary programming language for data cleaning, analysis, and visualization due to its rich ecosystem of data science libraries.</a:t>
            </a:r>
          </a:p>
          <a:p>
            <a:pPr>
              <a:buNone/>
            </a:pPr>
            <a:r>
              <a:rPr lang="en-US" sz="2000" b="1" dirty="0">
                <a:latin typeface="Times New Roman" panose="02020603050405020304" pitchFamily="18" charset="0"/>
                <a:cs typeface="Times New Roman" panose="02020603050405020304" pitchFamily="18" charset="0"/>
              </a:rPr>
              <a:t>2. Pandas</a:t>
            </a:r>
          </a:p>
          <a:p>
            <a:pPr>
              <a:buNone/>
            </a:pPr>
            <a:r>
              <a:rPr lang="en-US" sz="2000" dirty="0">
                <a:latin typeface="Times New Roman" panose="02020603050405020304" pitchFamily="18" charset="0"/>
                <a:cs typeface="Times New Roman" panose="02020603050405020304" pitchFamily="18" charset="0"/>
              </a:rPr>
              <a:t>Pandas was used for data preprocessing—handling missing values, filtering rows, grouping accident data by state, age group, vehicle type, and cause of accident.</a:t>
            </a:r>
          </a:p>
          <a:p>
            <a:pPr>
              <a:buNone/>
            </a:pPr>
            <a:r>
              <a:rPr lang="en-US" sz="2000" b="1" dirty="0">
                <a:latin typeface="Times New Roman" panose="02020603050405020304" pitchFamily="18" charset="0"/>
                <a:cs typeface="Times New Roman" panose="02020603050405020304" pitchFamily="18" charset="0"/>
              </a:rPr>
              <a:t>3. NumPy</a:t>
            </a:r>
          </a:p>
          <a:p>
            <a:r>
              <a:rPr lang="en-US" sz="2000" dirty="0">
                <a:latin typeface="Times New Roman" panose="02020603050405020304" pitchFamily="18" charset="0"/>
                <a:cs typeface="Times New Roman" panose="02020603050405020304" pitchFamily="18" charset="0"/>
              </a:rPr>
              <a:t>NumPy supported numerical operations and helped with efficient computations for statistical summaries and data transformations.</a:t>
            </a:r>
          </a:p>
          <a:p>
            <a:pPr>
              <a:buNone/>
            </a:pPr>
            <a:endParaRPr lang="en-US" sz="2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8F24DED-ED9B-FDA4-8CA1-24079F147BAA}"/>
              </a:ext>
            </a:extLst>
          </p:cNvPr>
          <p:cNvSpPr>
            <a:spLocks noGrp="1"/>
          </p:cNvSpPr>
          <p:nvPr>
            <p:ph type="sldNum" sz="quarter" idx="55"/>
          </p:nvPr>
        </p:nvSpPr>
        <p:spPr/>
        <p:txBody>
          <a:bodyPr/>
          <a:lstStyle/>
          <a:p>
            <a:fld id="{47FEACEE-25B4-4A2D-B147-27296E36371D}" type="slidenum">
              <a:rPr lang="en-US" altLang="zh-CN" noProof="0" smtClean="0"/>
              <a:pPr/>
              <a:t>23</a:t>
            </a:fld>
            <a:endParaRPr lang="en-US" altLang="zh-CN" noProof="0" dirty="0"/>
          </a:p>
        </p:txBody>
      </p:sp>
    </p:spTree>
    <p:extLst>
      <p:ext uri="{BB962C8B-B14F-4D97-AF65-F5344CB8AC3E}">
        <p14:creationId xmlns:p14="http://schemas.microsoft.com/office/powerpoint/2010/main" val="4228580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5046DB-9315-CADB-790A-FDC8EACBAB69}"/>
              </a:ext>
            </a:extLst>
          </p:cNvPr>
          <p:cNvSpPr>
            <a:spLocks noGrp="1"/>
          </p:cNvSpPr>
          <p:nvPr>
            <p:ph idx="1"/>
          </p:nvPr>
        </p:nvSpPr>
        <p:spPr>
          <a:xfrm>
            <a:off x="914399" y="755009"/>
            <a:ext cx="8439326" cy="5243119"/>
          </a:xfrm>
        </p:spPr>
        <p:txBody>
          <a:bodyPr>
            <a:normAutofit fontScale="92500" lnSpcReduction="20000"/>
          </a:bodyPr>
          <a:lstStyle/>
          <a:p>
            <a:pPr>
              <a:buNone/>
            </a:pPr>
            <a:r>
              <a:rPr lang="en-US" sz="2200" b="1" dirty="0">
                <a:latin typeface="Times New Roman" panose="02020603050405020304" pitchFamily="18" charset="0"/>
                <a:cs typeface="Times New Roman" panose="02020603050405020304" pitchFamily="18" charset="0"/>
              </a:rPr>
              <a:t>4. Matplotlib &amp; Seaborn</a:t>
            </a:r>
          </a:p>
          <a:p>
            <a:pPr>
              <a:buNone/>
            </a:pPr>
            <a:r>
              <a:rPr lang="en-US" sz="2200" dirty="0">
                <a:latin typeface="Times New Roman" panose="02020603050405020304" pitchFamily="18" charset="0"/>
                <a:cs typeface="Times New Roman" panose="02020603050405020304" pitchFamily="18" charset="0"/>
              </a:rPr>
              <a:t>These libraries were used for visualizing accident patterns through bar charts, pie charts, line plots, and heatmaps. Key visuals included:</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State-wise accident distributions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Accident causes by category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Age and gender-based victim analysis</a:t>
            </a:r>
          </a:p>
          <a:p>
            <a:endParaRPr lang="en-US" sz="2200" dirty="0">
              <a:latin typeface="Times New Roman" panose="02020603050405020304" pitchFamily="18" charset="0"/>
              <a:cs typeface="Times New Roman" panose="02020603050405020304" pitchFamily="18" charset="0"/>
            </a:endParaRPr>
          </a:p>
          <a:p>
            <a:pPr>
              <a:buNone/>
            </a:pPr>
            <a:r>
              <a:rPr lang="en-US" sz="2200" b="1" dirty="0">
                <a:latin typeface="Times New Roman" panose="02020603050405020304" pitchFamily="18" charset="0"/>
                <a:cs typeface="Times New Roman" panose="02020603050405020304" pitchFamily="18" charset="0"/>
              </a:rPr>
              <a:t>5. Jupyter Notebook / Google Colab</a:t>
            </a:r>
          </a:p>
          <a:p>
            <a:pPr>
              <a:buNone/>
            </a:pPr>
            <a:r>
              <a:rPr lang="en-US" sz="2200" dirty="0">
                <a:latin typeface="Times New Roman" panose="02020603050405020304" pitchFamily="18" charset="0"/>
                <a:cs typeface="Times New Roman" panose="02020603050405020304" pitchFamily="18" charset="0"/>
              </a:rPr>
              <a:t>These platforms provided an interactive environment for running code, visualizing data, and documenting findings in a clean, shareable format.</a:t>
            </a:r>
          </a:p>
          <a:p>
            <a:pPr>
              <a:buNone/>
            </a:pPr>
            <a:endParaRPr lang="en-US" sz="2200" dirty="0">
              <a:latin typeface="Times New Roman" panose="02020603050405020304" pitchFamily="18" charset="0"/>
              <a:cs typeface="Times New Roman" panose="02020603050405020304" pitchFamily="18" charset="0"/>
            </a:endParaRPr>
          </a:p>
          <a:p>
            <a:pPr>
              <a:buNone/>
            </a:pPr>
            <a:r>
              <a:rPr lang="en-US" sz="2200" b="1" dirty="0">
                <a:latin typeface="Times New Roman" panose="02020603050405020304" pitchFamily="18" charset="0"/>
                <a:cs typeface="Times New Roman" panose="02020603050405020304" pitchFamily="18" charset="0"/>
              </a:rPr>
              <a:t>6. </a:t>
            </a:r>
            <a:r>
              <a:rPr lang="en-US" sz="2200" b="1" dirty="0" err="1">
                <a:latin typeface="Times New Roman" panose="02020603050405020304" pitchFamily="18" charset="0"/>
                <a:cs typeface="Times New Roman" panose="02020603050405020304" pitchFamily="18" charset="0"/>
              </a:rPr>
              <a:t>GeoPandas</a:t>
            </a:r>
            <a:r>
              <a:rPr lang="en-US" sz="2200" b="1"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Used for basic geospatial mapping of accident-prone regions by overlaying accident statistics on state-level maps of India.</a:t>
            </a:r>
          </a:p>
          <a:p>
            <a:endParaRPr lang="en-IN" dirty="0"/>
          </a:p>
        </p:txBody>
      </p:sp>
      <p:sp>
        <p:nvSpPr>
          <p:cNvPr id="5" name="Slide Number Placeholder 4">
            <a:extLst>
              <a:ext uri="{FF2B5EF4-FFF2-40B4-BE49-F238E27FC236}">
                <a16:creationId xmlns:a16="http://schemas.microsoft.com/office/drawing/2014/main" id="{C84DD817-BC33-3DD7-A0BD-BA258691CD63}"/>
              </a:ext>
            </a:extLst>
          </p:cNvPr>
          <p:cNvSpPr>
            <a:spLocks noGrp="1"/>
          </p:cNvSpPr>
          <p:nvPr>
            <p:ph type="sldNum" sz="quarter" idx="55"/>
          </p:nvPr>
        </p:nvSpPr>
        <p:spPr/>
        <p:txBody>
          <a:bodyPr/>
          <a:lstStyle/>
          <a:p>
            <a:fld id="{47FEACEE-25B4-4A2D-B147-27296E36371D}" type="slidenum">
              <a:rPr lang="en-US" altLang="zh-CN" noProof="0" smtClean="0"/>
              <a:pPr/>
              <a:t>24</a:t>
            </a:fld>
            <a:endParaRPr lang="en-US" altLang="zh-CN" noProof="0" dirty="0"/>
          </a:p>
        </p:txBody>
      </p:sp>
    </p:spTree>
    <p:extLst>
      <p:ext uri="{BB962C8B-B14F-4D97-AF65-F5344CB8AC3E}">
        <p14:creationId xmlns:p14="http://schemas.microsoft.com/office/powerpoint/2010/main" val="3951903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2522A-9669-1E83-1680-E16F22E10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44D2A-F4E5-BFC5-A6AE-2B691E406FB1}"/>
              </a:ext>
            </a:extLst>
          </p:cNvPr>
          <p:cNvSpPr>
            <a:spLocks noGrp="1"/>
          </p:cNvSpPr>
          <p:nvPr>
            <p:ph type="title"/>
          </p:nvPr>
        </p:nvSpPr>
        <p:spPr>
          <a:xfrm>
            <a:off x="914400" y="293615"/>
            <a:ext cx="4937760" cy="1031846"/>
          </a:xfrm>
        </p:spPr>
        <p:txBody>
          <a:bodyPr>
            <a:normAutofit/>
          </a:bodyPr>
          <a:lstStyle/>
          <a:p>
            <a:r>
              <a:rPr lang="en-US" sz="4000" dirty="0">
                <a:latin typeface="Times New Roman" panose="02020603050405020304" pitchFamily="18" charset="0"/>
                <a:cs typeface="Times New Roman" panose="02020603050405020304" pitchFamily="18" charset="0"/>
              </a:rPr>
              <a:t>Results</a:t>
            </a:r>
            <a:endParaRPr lang="en-IN" sz="4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5CE29B8-9CA3-9FE9-03A4-AA1F3F919CBE}"/>
              </a:ext>
            </a:extLst>
          </p:cNvPr>
          <p:cNvSpPr>
            <a:spLocks noGrp="1"/>
          </p:cNvSpPr>
          <p:nvPr>
            <p:ph type="sldNum" sz="quarter" idx="12"/>
          </p:nvPr>
        </p:nvSpPr>
        <p:spPr/>
        <p:txBody>
          <a:bodyPr/>
          <a:lstStyle/>
          <a:p>
            <a:fld id="{CBD12358-51D2-46B3-9BDE-DF29528B9454}" type="slidenum">
              <a:rPr lang="en-US" smtClean="0"/>
              <a:t>25</a:t>
            </a:fld>
            <a:endParaRPr lang="en-US" dirty="0"/>
          </a:p>
        </p:txBody>
      </p:sp>
      <p:pic>
        <p:nvPicPr>
          <p:cNvPr id="8194" name="Picture 2">
            <a:extLst>
              <a:ext uri="{FF2B5EF4-FFF2-40B4-BE49-F238E27FC236}">
                <a16:creationId xmlns:a16="http://schemas.microsoft.com/office/drawing/2014/main" id="{910E1E0F-1010-D7FB-F03D-67B6746BBB26}"/>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023457" y="1325462"/>
            <a:ext cx="9924176" cy="4999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1294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34CB6C6-6135-4815-E9DF-58BCFB6A695D}"/>
              </a:ext>
            </a:extLst>
          </p:cNvPr>
          <p:cNvSpPr>
            <a:spLocks noGrp="1"/>
          </p:cNvSpPr>
          <p:nvPr>
            <p:ph type="sldNum" sz="quarter" idx="12"/>
          </p:nvPr>
        </p:nvSpPr>
        <p:spPr/>
        <p:txBody>
          <a:bodyPr/>
          <a:lstStyle/>
          <a:p>
            <a:fld id="{CBD12358-51D2-46B3-9BDE-DF29528B9454}" type="slidenum">
              <a:rPr lang="en-US" smtClean="0"/>
              <a:t>26</a:t>
            </a:fld>
            <a:endParaRPr lang="en-US" dirty="0"/>
          </a:p>
        </p:txBody>
      </p:sp>
      <p:pic>
        <p:nvPicPr>
          <p:cNvPr id="9218" name="Picture 2">
            <a:extLst>
              <a:ext uri="{FF2B5EF4-FFF2-40B4-BE49-F238E27FC236}">
                <a16:creationId xmlns:a16="http://schemas.microsoft.com/office/drawing/2014/main" id="{87FD32EF-B910-8F19-2022-25A135A6DC2E}"/>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181257" y="998290"/>
            <a:ext cx="9304982" cy="5105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233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7B4B6-92D0-8646-9732-AFDCF7B3218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B2BD53F-57C5-FD57-E527-52C96A385F34}"/>
              </a:ext>
            </a:extLst>
          </p:cNvPr>
          <p:cNvSpPr>
            <a:spLocks noGrp="1"/>
          </p:cNvSpPr>
          <p:nvPr>
            <p:ph type="sldNum" sz="quarter" idx="12"/>
          </p:nvPr>
        </p:nvSpPr>
        <p:spPr/>
        <p:txBody>
          <a:bodyPr/>
          <a:lstStyle/>
          <a:p>
            <a:fld id="{CBD12358-51D2-46B3-9BDE-DF29528B9454}" type="slidenum">
              <a:rPr lang="en-US" smtClean="0"/>
              <a:t>27</a:t>
            </a:fld>
            <a:endParaRPr lang="en-US" dirty="0"/>
          </a:p>
        </p:txBody>
      </p:sp>
      <p:pic>
        <p:nvPicPr>
          <p:cNvPr id="10242" name="Picture 2">
            <a:extLst>
              <a:ext uri="{FF2B5EF4-FFF2-40B4-BE49-F238E27FC236}">
                <a16:creationId xmlns:a16="http://schemas.microsoft.com/office/drawing/2014/main" id="{AC5F8DB1-7365-3A0F-015F-E86E4A7DFBA3}"/>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035216" y="742545"/>
            <a:ext cx="10121567" cy="547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214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549B0-F24F-D820-1B6C-93632019F49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01B55BB-94D5-9FFA-1A30-119D7B6178E0}"/>
              </a:ext>
            </a:extLst>
          </p:cNvPr>
          <p:cNvSpPr>
            <a:spLocks noGrp="1"/>
          </p:cNvSpPr>
          <p:nvPr>
            <p:ph type="sldNum" sz="quarter" idx="12"/>
          </p:nvPr>
        </p:nvSpPr>
        <p:spPr/>
        <p:txBody>
          <a:bodyPr/>
          <a:lstStyle/>
          <a:p>
            <a:fld id="{CBD12358-51D2-46B3-9BDE-DF29528B9454}" type="slidenum">
              <a:rPr lang="en-US" smtClean="0"/>
              <a:t>28</a:t>
            </a:fld>
            <a:endParaRPr lang="en-US" dirty="0"/>
          </a:p>
        </p:txBody>
      </p:sp>
      <p:pic>
        <p:nvPicPr>
          <p:cNvPr id="11266" name="Picture 2">
            <a:extLst>
              <a:ext uri="{FF2B5EF4-FFF2-40B4-BE49-F238E27FC236}">
                <a16:creationId xmlns:a16="http://schemas.microsoft.com/office/drawing/2014/main" id="{EA328A78-8F9E-22F5-7A8F-898EFC59E2E9}"/>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140903" y="477481"/>
            <a:ext cx="9513115" cy="5715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504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A3E95-A829-2163-CC7E-61D4F763860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D8200C8-614D-4886-7921-EB5E543342AE}"/>
              </a:ext>
            </a:extLst>
          </p:cNvPr>
          <p:cNvSpPr>
            <a:spLocks noGrp="1"/>
          </p:cNvSpPr>
          <p:nvPr>
            <p:ph type="sldNum" sz="quarter" idx="12"/>
          </p:nvPr>
        </p:nvSpPr>
        <p:spPr/>
        <p:txBody>
          <a:bodyPr/>
          <a:lstStyle/>
          <a:p>
            <a:fld id="{CBD12358-51D2-46B3-9BDE-DF29528B9454}" type="slidenum">
              <a:rPr lang="en-US" smtClean="0"/>
              <a:t>29</a:t>
            </a:fld>
            <a:endParaRPr lang="en-US" dirty="0"/>
          </a:p>
        </p:txBody>
      </p:sp>
      <p:pic>
        <p:nvPicPr>
          <p:cNvPr id="12290" name="Picture 2">
            <a:extLst>
              <a:ext uri="{FF2B5EF4-FFF2-40B4-BE49-F238E27FC236}">
                <a16:creationId xmlns:a16="http://schemas.microsoft.com/office/drawing/2014/main" id="{FF350A73-DB0C-FF6D-DE4E-34B23CC9031F}"/>
              </a:ext>
            </a:extLst>
          </p:cNvPr>
          <p:cNvPicPr>
            <a:picLocks noGrp="1" noChangeAspect="1" noChangeArrowheads="1"/>
          </p:cNvPicPr>
          <p:nvPr>
            <p:ph idx="14"/>
          </p:nvPr>
        </p:nvPicPr>
        <p:blipFill>
          <a:blip r:embed="rId2">
            <a:extLst>
              <a:ext uri="{28A0092B-C50C-407E-A947-70E740481C1C}">
                <a14:useLocalDpi xmlns:a14="http://schemas.microsoft.com/office/drawing/2010/main" val="0"/>
              </a:ext>
            </a:extLst>
          </a:blip>
          <a:srcRect/>
          <a:stretch>
            <a:fillRect/>
          </a:stretch>
        </p:blipFill>
        <p:spPr bwMode="auto">
          <a:xfrm>
            <a:off x="1215814" y="645952"/>
            <a:ext cx="9986808" cy="5402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884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1D41E-450D-E5B9-C658-2FAC4F1DE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C7472-3E37-04EA-7590-435178FB17C8}"/>
              </a:ext>
            </a:extLst>
          </p:cNvPr>
          <p:cNvSpPr>
            <a:spLocks noGrp="1"/>
          </p:cNvSpPr>
          <p:nvPr>
            <p:ph type="title"/>
          </p:nvPr>
        </p:nvSpPr>
        <p:spPr>
          <a:xfrm>
            <a:off x="914399" y="731521"/>
            <a:ext cx="7692705" cy="845610"/>
          </a:xfrm>
        </p:spPr>
        <p:txBody>
          <a:bodyPr>
            <a:normAutofit/>
          </a:bodyPr>
          <a:lstStyle/>
          <a:p>
            <a:r>
              <a:rPr lang="en-US" sz="4000" dirty="0">
                <a:latin typeface="Times New Roman" panose="02020603050405020304" pitchFamily="18" charset="0"/>
                <a:cs typeface="Times New Roman" panose="02020603050405020304" pitchFamily="18" charset="0"/>
              </a:rPr>
              <a:t>Conclusion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C8DB8B-1A3F-D8C0-8EA2-5B1140738EF7}"/>
              </a:ext>
            </a:extLst>
          </p:cNvPr>
          <p:cNvSpPr>
            <a:spLocks noGrp="1"/>
          </p:cNvSpPr>
          <p:nvPr>
            <p:ph idx="14"/>
          </p:nvPr>
        </p:nvSpPr>
        <p:spPr>
          <a:xfrm>
            <a:off x="914400" y="1895912"/>
            <a:ext cx="10279769" cy="4322008"/>
          </a:xfrm>
        </p:spPr>
        <p:txBody>
          <a:bodyPr>
            <a:normAutofit/>
          </a:bodyPr>
          <a:lstStyle/>
          <a:p>
            <a:r>
              <a:rPr lang="en-US" sz="2000" dirty="0">
                <a:latin typeface="Times New Roman" panose="02020603050405020304" pitchFamily="18" charset="0"/>
                <a:cs typeface="Times New Roman" panose="02020603050405020304" pitchFamily="18" charset="0"/>
              </a:rPr>
              <a:t>The analysis of India’s 2020 road accident data reveals critical insights into the effectiveness and limitations of current road safety regulations. </a:t>
            </a:r>
          </a:p>
          <a:p>
            <a:r>
              <a:rPr lang="en-US" sz="2000" dirty="0">
                <a:latin typeface="Times New Roman" panose="02020603050405020304" pitchFamily="18" charset="0"/>
                <a:cs typeface="Times New Roman" panose="02020603050405020304" pitchFamily="18" charset="0"/>
              </a:rPr>
              <a:t>Despite reduced traffic during the pandemic year, a significant number of accidents occurred, indicating persistent structural and behavioral issues. </a:t>
            </a:r>
          </a:p>
          <a:p>
            <a:r>
              <a:rPr lang="en-US" sz="2000" dirty="0">
                <a:latin typeface="Times New Roman" panose="02020603050405020304" pitchFamily="18" charset="0"/>
                <a:cs typeface="Times New Roman" panose="02020603050405020304" pitchFamily="18" charset="0"/>
              </a:rPr>
              <a:t>The study highlights key risk factors such as </a:t>
            </a:r>
            <a:r>
              <a:rPr lang="en-US" sz="2000" dirty="0" err="1">
                <a:latin typeface="Times New Roman" panose="02020603050405020304" pitchFamily="18" charset="0"/>
                <a:cs typeface="Times New Roman" panose="02020603050405020304" pitchFamily="18" charset="0"/>
              </a:rPr>
              <a:t>overspeeding</a:t>
            </a:r>
            <a:r>
              <a:rPr lang="en-US" sz="2000" dirty="0">
                <a:latin typeface="Times New Roman" panose="02020603050405020304" pitchFamily="18" charset="0"/>
                <a:cs typeface="Times New Roman" panose="02020603050405020304" pitchFamily="18" charset="0"/>
              </a:rPr>
              <a:t>, poor road conditions, and lack of enforcement in accident-prone areas. </a:t>
            </a:r>
          </a:p>
          <a:p>
            <a:r>
              <a:rPr lang="en-US" sz="2000" dirty="0">
                <a:latin typeface="Times New Roman" panose="02020603050405020304" pitchFamily="18" charset="0"/>
                <a:cs typeface="Times New Roman" panose="02020603050405020304" pitchFamily="18" charset="0"/>
              </a:rPr>
              <a:t>By leveraging data analytics and visualization tools, this project provides evidence-based recommendations to strengthen regulatory frameworks, enhance public awareness, and improve infrastructure planning. </a:t>
            </a:r>
          </a:p>
          <a:p>
            <a:r>
              <a:rPr lang="en-US" sz="2000" dirty="0">
                <a:latin typeface="Times New Roman" panose="02020603050405020304" pitchFamily="18" charset="0"/>
                <a:cs typeface="Times New Roman" panose="02020603050405020304" pitchFamily="18" charset="0"/>
              </a:rPr>
              <a:t>Continued analysis of such data is essential for shaping more responsive and effective road safety policies in India.</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631EECA-736B-11B2-73CB-960B7792F757}"/>
              </a:ext>
            </a:extLst>
          </p:cNvPr>
          <p:cNvSpPr>
            <a:spLocks noGrp="1"/>
          </p:cNvSpPr>
          <p:nvPr>
            <p:ph type="sldNum" sz="quarter" idx="12"/>
          </p:nvPr>
        </p:nvSpPr>
        <p:spPr/>
        <p:txBody>
          <a:bodyPr/>
          <a:lstStyle/>
          <a:p>
            <a:fld id="{CBD12358-51D2-46B3-9BDE-DF29528B9454}" type="slidenum">
              <a:rPr lang="en-US" smtClean="0"/>
              <a:t>30</a:t>
            </a:fld>
            <a:endParaRPr lang="en-US" dirty="0"/>
          </a:p>
        </p:txBody>
      </p:sp>
    </p:spTree>
    <p:extLst>
      <p:ext uri="{BB962C8B-B14F-4D97-AF65-F5344CB8AC3E}">
        <p14:creationId xmlns:p14="http://schemas.microsoft.com/office/powerpoint/2010/main" val="691013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normAutofit/>
          </a:bodyPr>
          <a:lstStyle/>
          <a:p>
            <a:r>
              <a:rPr lang="en-US" sz="4000" dirty="0">
                <a:solidFill>
                  <a:srgbClr val="00B0F0"/>
                </a:solidFill>
                <a:latin typeface="Times New Roman" panose="02020603050405020304" pitchFamily="18" charset="0"/>
                <a:cs typeface="Times New Roman" panose="02020603050405020304" pitchFamily="18" charset="0"/>
              </a:rPr>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sz="2000" dirty="0">
                <a:latin typeface="Times New Roman" panose="02020603050405020304" pitchFamily="18" charset="0"/>
                <a:cs typeface="Times New Roman" panose="02020603050405020304" pitchFamily="18" charset="0"/>
              </a:rPr>
              <a:t>Nikhith Ramesh Waddodagi</a:t>
            </a:r>
          </a:p>
          <a:p>
            <a:pPr lvl="0"/>
            <a:r>
              <a:rPr lang="en-US" sz="2000" dirty="0">
                <a:latin typeface="Times New Roman" panose="02020603050405020304" pitchFamily="18" charset="0"/>
                <a:cs typeface="Times New Roman" panose="02020603050405020304" pitchFamily="18" charset="0"/>
              </a:rPr>
              <a:t>wrnikhith19@gmail.com</a:t>
            </a:r>
          </a:p>
          <a:p>
            <a:r>
              <a:rPr lang="en-US" sz="2000" dirty="0">
                <a:latin typeface="Times New Roman" panose="02020603050405020304" pitchFamily="18" charset="0"/>
                <a:cs typeface="Times New Roman" panose="02020603050405020304" pitchFamily="18" charset="0"/>
              </a:rPr>
              <a:t>UMID13032522816</a:t>
            </a:r>
          </a:p>
          <a:p>
            <a:pPr lvl="0"/>
            <a:endParaRPr lang="en-US" dirty="0"/>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113</TotalTime>
  <Words>1685</Words>
  <Application>Microsoft Office PowerPoint</Application>
  <PresentationFormat>Widescreen</PresentationFormat>
  <Paragraphs>161</Paragraphs>
  <Slides>31</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等线</vt:lpstr>
      <vt:lpstr>Abadi</vt:lpstr>
      <vt:lpstr>Arial</vt:lpstr>
      <vt:lpstr>Calibri</vt:lpstr>
      <vt:lpstr>Posterama</vt:lpstr>
      <vt:lpstr>Posterama Text SemiBold</vt:lpstr>
      <vt:lpstr>Times New Roman</vt:lpstr>
      <vt:lpstr>Custom</vt:lpstr>
      <vt:lpstr>Internship    Report</vt:lpstr>
      <vt:lpstr>Agenda </vt:lpstr>
      <vt:lpstr>1) Coca Cola Stock - Live and Updated</vt:lpstr>
      <vt:lpstr>Introduction</vt:lpstr>
      <vt:lpstr>Technologies used</vt:lpstr>
      <vt:lpstr>PowerPoint Presentation</vt:lpstr>
      <vt:lpstr>Results</vt:lpstr>
      <vt:lpstr>PowerPoint Presentation</vt:lpstr>
      <vt:lpstr>PowerPoint Presentation</vt:lpstr>
      <vt:lpstr>PowerPoint Presentation</vt:lpstr>
      <vt:lpstr>Conclusion</vt:lpstr>
      <vt:lpstr>2) Netflix Data: Cleaning, Analysis and Visualization</vt:lpstr>
      <vt:lpstr>Introduction</vt:lpstr>
      <vt:lpstr>Technologies used</vt:lpstr>
      <vt:lpstr>PowerPoint Presentation</vt:lpstr>
      <vt:lpstr>Results</vt:lpstr>
      <vt:lpstr>PowerPoint Presentation</vt:lpstr>
      <vt:lpstr>PowerPoint Presentation</vt:lpstr>
      <vt:lpstr>PowerPoint Presentation</vt:lpstr>
      <vt:lpstr>Conclusion</vt:lpstr>
      <vt:lpstr>3) Regulatory Affairs of Road Accident Data 2020 India</vt:lpstr>
      <vt:lpstr>Introduction</vt:lpstr>
      <vt:lpstr>Technologies used</vt:lpstr>
      <vt:lpstr>PowerPoint Presentation</vt:lpstr>
      <vt:lpstr>Results</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Nikhith R</dc:creator>
  <cp:lastModifiedBy>Nikhith R</cp:lastModifiedBy>
  <cp:revision>1</cp:revision>
  <dcterms:created xsi:type="dcterms:W3CDTF">2025-05-01T06:31:34Z</dcterms:created>
  <dcterms:modified xsi:type="dcterms:W3CDTF">2025-05-01T09:39:46Z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